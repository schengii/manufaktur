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693400" cy="7556500"/>
  <p:notesSz cx="6858000" cy="9144000"/>
  <p:embeddedFontLst>
    <p:embeddedFont>
      <p:font typeface="Great Vibes" charset="1" panose="02000507080000020002"/>
      <p:regular r:id="rId13"/>
    </p:embeddedFont>
    <p:embeddedFont>
      <p:font typeface="Cheque Bold" charset="1" panose="00000500000000000000"/>
      <p:regular r:id="rId14"/>
    </p:embeddedFont>
    <p:embeddedFont>
      <p:font typeface="Now Bold" charset="1" panose="00000800000000000000"/>
      <p:regular r:id="rId15"/>
    </p:embeddedFont>
    <p:embeddedFont>
      <p:font typeface="Now" charset="1" panose="00000500000000000000"/>
      <p:regular r:id="rId16"/>
    </p:embeddedFont>
    <p:embeddedFont>
      <p:font typeface="Now Medium" charset="1" panose="00000600000000000000"/>
      <p:regular r:id="rId17"/>
    </p:embeddedFont>
    <p:embeddedFont>
      <p:font typeface="Now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13" Target="../media/image12.jpeg" Type="http://schemas.openxmlformats.org/officeDocument/2006/relationships/image"/><Relationship Id="rId14" Target="../media/image13.jpeg" Type="http://schemas.openxmlformats.org/officeDocument/2006/relationships/image"/><Relationship Id="rId15" Target="../media/image14.jpeg" Type="http://schemas.openxmlformats.org/officeDocument/2006/relationships/image"/><Relationship Id="rId16" Target="../media/image15.jpeg" Type="http://schemas.openxmlformats.org/officeDocument/2006/relationships/image"/><Relationship Id="rId17" Target="../media/image16.jpeg" Type="http://schemas.openxmlformats.org/officeDocument/2006/relationships/image"/><Relationship Id="rId18" Target="../media/image17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6.png" Type="http://schemas.openxmlformats.org/officeDocument/2006/relationships/image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2.png" Type="http://schemas.openxmlformats.org/officeDocument/2006/relationships/image"/><Relationship Id="rId16" Target="../media/image3.svg" Type="http://schemas.openxmlformats.org/officeDocument/2006/relationships/image"/><Relationship Id="rId17" Target="../media/image4.png" Type="http://schemas.openxmlformats.org/officeDocument/2006/relationships/image"/><Relationship Id="rId18" Target="../media/image5.svg" Type="http://schemas.openxmlformats.org/officeDocument/2006/relationships/image"/><Relationship Id="rId19" Target="../media/image36.png" Type="http://schemas.openxmlformats.org/officeDocument/2006/relationships/image"/><Relationship Id="rId2" Target="../media/image23.png" Type="http://schemas.openxmlformats.org/officeDocument/2006/relationships/image"/><Relationship Id="rId20" Target="../media/image37.svg" Type="http://schemas.openxmlformats.org/officeDocument/2006/relationships/image"/><Relationship Id="rId21" Target="../media/image6.png" Type="http://schemas.openxmlformats.org/officeDocument/2006/relationships/image"/><Relationship Id="rId22" Target="../media/image7.png" Type="http://schemas.openxmlformats.org/officeDocument/2006/relationships/image"/><Relationship Id="rId23" Target="../media/image8.svg" Type="http://schemas.openxmlformats.org/officeDocument/2006/relationships/image"/><Relationship Id="rId24" Target="../media/image9.png" Type="http://schemas.openxmlformats.org/officeDocument/2006/relationships/image"/><Relationship Id="rId25" Target="../media/image10.svg" Type="http://schemas.openxmlformats.org/officeDocument/2006/relationships/image"/><Relationship Id="rId26" Target="../media/image38.png" Type="http://schemas.openxmlformats.org/officeDocument/2006/relationships/image"/><Relationship Id="rId27" Target="../media/image39.svg" Type="http://schemas.openxmlformats.org/officeDocument/2006/relationships/image"/><Relationship Id="rId28" Target="../media/image40.png" Type="http://schemas.openxmlformats.org/officeDocument/2006/relationships/image"/><Relationship Id="rId29" Target="../media/image41.sv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6.png" Type="http://schemas.openxmlformats.org/officeDocument/2006/relationships/image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7.jpeg" Type="http://schemas.openxmlformats.org/officeDocument/2006/relationships/image"/><Relationship Id="rId7" Target="../media/image16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6.png" Type="http://schemas.openxmlformats.org/officeDocument/2006/relationships/image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7.jpeg" Type="http://schemas.openxmlformats.org/officeDocument/2006/relationships/image"/><Relationship Id="rId7" Target="../media/image16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564000" cy="7560000"/>
            <a:chOff x="0" y="0"/>
            <a:chExt cx="4752000" cy="10080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52000" cy="10080000"/>
              <a:chOff x="0" y="0"/>
              <a:chExt cx="751328" cy="159372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51328" cy="1593725"/>
              </a:xfrm>
              <a:custGeom>
                <a:avLst/>
                <a:gdLst/>
                <a:ahLst/>
                <a:cxnLst/>
                <a:rect r="r" b="b" t="t" l="l"/>
                <a:pathLst>
                  <a:path h="1593725" w="751328">
                    <a:moveTo>
                      <a:pt x="0" y="0"/>
                    </a:moveTo>
                    <a:lnTo>
                      <a:pt x="751328" y="0"/>
                    </a:lnTo>
                    <a:lnTo>
                      <a:pt x="751328" y="1593725"/>
                    </a:lnTo>
                    <a:lnTo>
                      <a:pt x="0" y="1593725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145849" t="-29744" r="-121104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0"/>
              <a:ext cx="4752000" cy="10080000"/>
              <a:chOff x="0" y="0"/>
              <a:chExt cx="1277257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77257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1277257">
                    <a:moveTo>
                      <a:pt x="0" y="0"/>
                    </a:moveTo>
                    <a:lnTo>
                      <a:pt x="1277257" y="0"/>
                    </a:lnTo>
                    <a:lnTo>
                      <a:pt x="1277257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D9D9D9">
                  <a:alpha val="4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1277257" cy="2728383"/>
              </a:xfrm>
              <a:prstGeom prst="rect">
                <a:avLst/>
              </a:prstGeom>
            </p:spPr>
            <p:txBody>
              <a:bodyPr anchor="ctr" rtlCol="false" tIns="54440" lIns="54440" bIns="54440" rIns="5444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88756" y="6898732"/>
              <a:ext cx="3733540" cy="2532019"/>
            </a:xfrm>
            <a:custGeom>
              <a:avLst/>
              <a:gdLst/>
              <a:ahLst/>
              <a:cxnLst/>
              <a:rect r="r" b="b" t="t" l="l"/>
              <a:pathLst>
                <a:path h="2532019" w="3733540">
                  <a:moveTo>
                    <a:pt x="0" y="0"/>
                  </a:moveTo>
                  <a:lnTo>
                    <a:pt x="3733540" y="0"/>
                  </a:lnTo>
                  <a:lnTo>
                    <a:pt x="3733540" y="2532020"/>
                  </a:lnTo>
                  <a:lnTo>
                    <a:pt x="0" y="2532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7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2846" y="6910387"/>
              <a:ext cx="4325361" cy="2508709"/>
            </a:xfrm>
            <a:custGeom>
              <a:avLst/>
              <a:gdLst/>
              <a:ahLst/>
              <a:cxnLst/>
              <a:rect r="r" b="b" t="t" l="l"/>
              <a:pathLst>
                <a:path h="2508709" w="4325361">
                  <a:moveTo>
                    <a:pt x="0" y="0"/>
                  </a:moveTo>
                  <a:lnTo>
                    <a:pt x="4325361" y="0"/>
                  </a:lnTo>
                  <a:lnTo>
                    <a:pt x="4325361" y="2508710"/>
                  </a:lnTo>
                  <a:lnTo>
                    <a:pt x="0" y="2508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677456">
              <a:off x="845195" y="7652012"/>
              <a:ext cx="1232545" cy="1075238"/>
            </a:xfrm>
            <a:custGeom>
              <a:avLst/>
              <a:gdLst/>
              <a:ahLst/>
              <a:cxnLst/>
              <a:rect r="r" b="b" t="t" l="l"/>
              <a:pathLst>
                <a:path h="1075238" w="1232545">
                  <a:moveTo>
                    <a:pt x="0" y="0"/>
                  </a:moveTo>
                  <a:lnTo>
                    <a:pt x="1232545" y="0"/>
                  </a:lnTo>
                  <a:lnTo>
                    <a:pt x="1232545" y="1075238"/>
                  </a:lnTo>
                  <a:lnTo>
                    <a:pt x="0" y="1075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42" t="-6652" r="-295" b="-537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772982" y="8694810"/>
              <a:ext cx="142696" cy="142696"/>
            </a:xfrm>
            <a:custGeom>
              <a:avLst/>
              <a:gdLst/>
              <a:ahLst/>
              <a:cxnLst/>
              <a:rect r="r" b="b" t="t" l="l"/>
              <a:pathLst>
                <a:path h="142696" w="142696">
                  <a:moveTo>
                    <a:pt x="0" y="0"/>
                  </a:moveTo>
                  <a:lnTo>
                    <a:pt x="142696" y="0"/>
                  </a:lnTo>
                  <a:lnTo>
                    <a:pt x="142696" y="142696"/>
                  </a:lnTo>
                  <a:lnTo>
                    <a:pt x="0" y="14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747505" y="7754730"/>
              <a:ext cx="1398513" cy="595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2"/>
                </a:lnSpc>
                <a:spcBef>
                  <a:spcPct val="0"/>
                </a:spcBef>
              </a:pPr>
              <a:r>
                <a:rPr lang="en-US" sz="2764" spc="265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983872" y="7787921"/>
              <a:ext cx="2013912" cy="468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3"/>
                </a:lnSpc>
                <a:spcBef>
                  <a:spcPct val="0"/>
                </a:spcBef>
              </a:pPr>
              <a:r>
                <a:rPr lang="en-US" sz="2165" spc="411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9576" y="8553894"/>
              <a:ext cx="1451900" cy="122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8"/>
                </a:lnSpc>
                <a:spcBef>
                  <a:spcPct val="0"/>
                </a:spcBef>
              </a:pPr>
              <a:r>
                <a:rPr lang="en-US" b="true" sz="562" spc="13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Individuelle Malerei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986564" y="8700539"/>
              <a:ext cx="951506" cy="121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"/>
                </a:lnSpc>
                <a:spcBef>
                  <a:spcPct val="0"/>
                </a:spcBef>
              </a:pPr>
              <a:r>
                <a:rPr lang="en-US" sz="559" spc="132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0163 2662435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33324" y="8294749"/>
              <a:ext cx="2044403" cy="187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36"/>
                </a:lnSpc>
                <a:spcBef>
                  <a:spcPct val="0"/>
                </a:spcBef>
              </a:pPr>
              <a:r>
                <a:rPr lang="en-US" b="true" sz="842" spc="1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10529037">
              <a:off x="2934826" y="8738215"/>
              <a:ext cx="435662" cy="201078"/>
            </a:xfrm>
            <a:custGeom>
              <a:avLst/>
              <a:gdLst/>
              <a:ahLst/>
              <a:cxnLst/>
              <a:rect r="r" b="b" t="t" l="l"/>
              <a:pathLst>
                <a:path h="201078" w="435662">
                  <a:moveTo>
                    <a:pt x="0" y="0"/>
                  </a:moveTo>
                  <a:lnTo>
                    <a:pt x="435662" y="0"/>
                  </a:lnTo>
                  <a:lnTo>
                    <a:pt x="435662" y="201078"/>
                  </a:lnTo>
                  <a:lnTo>
                    <a:pt x="0" y="201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1672" t="0" r="-133967" b="-829333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3196809">
              <a:off x="3494505" y="8133876"/>
              <a:ext cx="126030" cy="900211"/>
            </a:xfrm>
            <a:custGeom>
              <a:avLst/>
              <a:gdLst/>
              <a:ahLst/>
              <a:cxnLst/>
              <a:rect r="r" b="b" t="t" l="l"/>
              <a:pathLst>
                <a:path h="900211" w="126030">
                  <a:moveTo>
                    <a:pt x="0" y="0"/>
                  </a:moveTo>
                  <a:lnTo>
                    <a:pt x="126030" y="0"/>
                  </a:lnTo>
                  <a:lnTo>
                    <a:pt x="126030" y="900210"/>
                  </a:lnTo>
                  <a:lnTo>
                    <a:pt x="0" y="900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9" id="19"/>
          <p:cNvSpPr/>
          <p:nvPr/>
        </p:nvSpPr>
        <p:spPr>
          <a:xfrm>
            <a:off x="7454813" y="638235"/>
            <a:ext cx="7030276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3823199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>
            <a:off x="7454813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3823199" y="1399007"/>
            <a:ext cx="1480812" cy="1974416"/>
          </a:xfrm>
          <a:custGeom>
            <a:avLst/>
            <a:gdLst/>
            <a:ahLst/>
            <a:cxnLst/>
            <a:rect r="r" b="b" t="t" l="l"/>
            <a:pathLst>
              <a:path h="1974416" w="1480812">
                <a:moveTo>
                  <a:pt x="0" y="0"/>
                </a:moveTo>
                <a:lnTo>
                  <a:pt x="1480812" y="0"/>
                </a:lnTo>
                <a:lnTo>
                  <a:pt x="1480812" y="1974416"/>
                </a:lnTo>
                <a:lnTo>
                  <a:pt x="0" y="1974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3823199" y="5452175"/>
            <a:ext cx="1804755" cy="1353566"/>
          </a:xfrm>
          <a:custGeom>
            <a:avLst/>
            <a:gdLst/>
            <a:ahLst/>
            <a:cxnLst/>
            <a:rect r="r" b="b" t="t" l="l"/>
            <a:pathLst>
              <a:path h="1353566" w="1804755">
                <a:moveTo>
                  <a:pt x="0" y="0"/>
                </a:moveTo>
                <a:lnTo>
                  <a:pt x="1804755" y="0"/>
                </a:lnTo>
                <a:lnTo>
                  <a:pt x="1804755" y="1353566"/>
                </a:lnTo>
                <a:lnTo>
                  <a:pt x="0" y="13535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5407213" y="1399007"/>
            <a:ext cx="1472618" cy="1974416"/>
            <a:chOff x="0" y="0"/>
            <a:chExt cx="812800" cy="10897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089764"/>
            </a:xfrm>
            <a:custGeom>
              <a:avLst/>
              <a:gdLst/>
              <a:ahLst/>
              <a:cxnLst/>
              <a:rect r="r" b="b" t="t" l="l"/>
              <a:pathLst>
                <a:path h="1089764" w="812800">
                  <a:moveTo>
                    <a:pt x="26286" y="0"/>
                  </a:moveTo>
                  <a:lnTo>
                    <a:pt x="786514" y="0"/>
                  </a:lnTo>
                  <a:cubicBezTo>
                    <a:pt x="801031" y="0"/>
                    <a:pt x="812800" y="11769"/>
                    <a:pt x="812800" y="26286"/>
                  </a:cubicBezTo>
                  <a:lnTo>
                    <a:pt x="812800" y="1063478"/>
                  </a:lnTo>
                  <a:cubicBezTo>
                    <a:pt x="812800" y="1077995"/>
                    <a:pt x="801031" y="1089764"/>
                    <a:pt x="786514" y="1089764"/>
                  </a:cubicBezTo>
                  <a:lnTo>
                    <a:pt x="26286" y="1089764"/>
                  </a:lnTo>
                  <a:cubicBezTo>
                    <a:pt x="11769" y="1089764"/>
                    <a:pt x="0" y="1077995"/>
                    <a:pt x="0" y="1063478"/>
                  </a:cubicBezTo>
                  <a:lnTo>
                    <a:pt x="0" y="26286"/>
                  </a:lnTo>
                  <a:cubicBezTo>
                    <a:pt x="0" y="11769"/>
                    <a:pt x="11769" y="0"/>
                    <a:pt x="26286" y="0"/>
                  </a:cubicBezTo>
                  <a:close/>
                </a:path>
              </a:pathLst>
            </a:custGeom>
            <a:blipFill>
              <a:blip r:embed="rId14"/>
              <a:stretch>
                <a:fillRect l="-7462" t="-3602" r="-1729" b="-5117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756710" y="5452175"/>
            <a:ext cx="1123121" cy="1353566"/>
            <a:chOff x="0" y="0"/>
            <a:chExt cx="812800" cy="9795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979572"/>
            </a:xfrm>
            <a:custGeom>
              <a:avLst/>
              <a:gdLst/>
              <a:ahLst/>
              <a:cxnLst/>
              <a:rect r="r" b="b" t="t" l="l"/>
              <a:pathLst>
                <a:path h="979572" w="812800">
                  <a:moveTo>
                    <a:pt x="34466" y="0"/>
                  </a:moveTo>
                  <a:lnTo>
                    <a:pt x="778334" y="0"/>
                  </a:lnTo>
                  <a:cubicBezTo>
                    <a:pt x="787475" y="0"/>
                    <a:pt x="796241" y="3631"/>
                    <a:pt x="802705" y="10095"/>
                  </a:cubicBezTo>
                  <a:cubicBezTo>
                    <a:pt x="809169" y="16559"/>
                    <a:pt x="812800" y="25325"/>
                    <a:pt x="812800" y="34466"/>
                  </a:cubicBezTo>
                  <a:lnTo>
                    <a:pt x="812800" y="945106"/>
                  </a:lnTo>
                  <a:cubicBezTo>
                    <a:pt x="812800" y="954247"/>
                    <a:pt x="809169" y="963014"/>
                    <a:pt x="802705" y="969477"/>
                  </a:cubicBezTo>
                  <a:cubicBezTo>
                    <a:pt x="796241" y="975941"/>
                    <a:pt x="787475" y="979572"/>
                    <a:pt x="778334" y="979572"/>
                  </a:cubicBezTo>
                  <a:lnTo>
                    <a:pt x="34466" y="979572"/>
                  </a:lnTo>
                  <a:cubicBezTo>
                    <a:pt x="25325" y="979572"/>
                    <a:pt x="16559" y="975941"/>
                    <a:pt x="10095" y="969477"/>
                  </a:cubicBezTo>
                  <a:cubicBezTo>
                    <a:pt x="3631" y="963014"/>
                    <a:pt x="0" y="954247"/>
                    <a:pt x="0" y="945106"/>
                  </a:cubicBezTo>
                  <a:lnTo>
                    <a:pt x="0" y="34466"/>
                  </a:lnTo>
                  <a:cubicBezTo>
                    <a:pt x="0" y="25325"/>
                    <a:pt x="3631" y="16559"/>
                    <a:pt x="10095" y="10095"/>
                  </a:cubicBezTo>
                  <a:cubicBezTo>
                    <a:pt x="16559" y="3631"/>
                    <a:pt x="25325" y="0"/>
                    <a:pt x="34466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656" r="0" b="-10110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04701" y="2643444"/>
            <a:ext cx="1306745" cy="2057492"/>
            <a:chOff x="0" y="0"/>
            <a:chExt cx="275475" cy="433740"/>
          </a:xfrm>
        </p:grpSpPr>
        <p:sp>
          <p:nvSpPr>
            <p:cNvPr name="Freeform 29" id="29"/>
            <p:cNvSpPr/>
            <p:nvPr/>
          </p:nvSpPr>
          <p:spPr>
            <a:xfrm flipH="false" flipV="false" rot="-5400000">
              <a:off x="-79133" y="79133"/>
              <a:ext cx="433740" cy="275475"/>
            </a:xfrm>
            <a:custGeom>
              <a:avLst/>
              <a:gdLst/>
              <a:ahLst/>
              <a:cxnLst/>
              <a:rect r="r" b="b" t="t" l="l"/>
              <a:pathLst>
                <a:path h="275475" w="433740">
                  <a:moveTo>
                    <a:pt x="433741" y="29623"/>
                  </a:moveTo>
                  <a:lnTo>
                    <a:pt x="433741" y="245852"/>
                  </a:lnTo>
                  <a:cubicBezTo>
                    <a:pt x="433741" y="262212"/>
                    <a:pt x="420478" y="275475"/>
                    <a:pt x="404118" y="275475"/>
                  </a:cubicBezTo>
                  <a:lnTo>
                    <a:pt x="29623" y="275475"/>
                  </a:lnTo>
                  <a:cubicBezTo>
                    <a:pt x="21767" y="275475"/>
                    <a:pt x="14232" y="272354"/>
                    <a:pt x="8677" y="266798"/>
                  </a:cubicBezTo>
                  <a:cubicBezTo>
                    <a:pt x="3121" y="261243"/>
                    <a:pt x="0" y="253708"/>
                    <a:pt x="0" y="245852"/>
                  </a:cubicBezTo>
                  <a:lnTo>
                    <a:pt x="0" y="29623"/>
                  </a:lnTo>
                  <a:cubicBezTo>
                    <a:pt x="0" y="13262"/>
                    <a:pt x="13263" y="0"/>
                    <a:pt x="29623" y="0"/>
                  </a:cubicBezTo>
                  <a:lnTo>
                    <a:pt x="404118" y="0"/>
                  </a:lnTo>
                  <a:cubicBezTo>
                    <a:pt x="420478" y="0"/>
                    <a:pt x="433741" y="13262"/>
                    <a:pt x="433741" y="29623"/>
                  </a:cubicBezTo>
                  <a:close/>
                </a:path>
              </a:pathLst>
            </a:custGeom>
            <a:blipFill>
              <a:blip r:embed="rId16"/>
              <a:stretch>
                <a:fillRect l="0" t="-68223" r="-1192" b="-4421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455327" y="4805711"/>
            <a:ext cx="3056400" cy="2057492"/>
            <a:chOff x="0" y="0"/>
            <a:chExt cx="644320" cy="4337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17"/>
              <a:stretch>
                <a:fillRect l="0" t="-3140" r="0" b="-827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455327" y="2643444"/>
            <a:ext cx="1644598" cy="2057492"/>
            <a:chOff x="0" y="0"/>
            <a:chExt cx="346698" cy="433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6698" cy="433740"/>
            </a:xfrm>
            <a:custGeom>
              <a:avLst/>
              <a:gdLst/>
              <a:ahLst/>
              <a:cxnLst/>
              <a:rect r="r" b="b" t="t" l="l"/>
              <a:pathLst>
                <a:path h="433740" w="346698">
                  <a:moveTo>
                    <a:pt x="23537" y="0"/>
                  </a:moveTo>
                  <a:lnTo>
                    <a:pt x="323161" y="0"/>
                  </a:lnTo>
                  <a:cubicBezTo>
                    <a:pt x="329403" y="0"/>
                    <a:pt x="335390" y="2480"/>
                    <a:pt x="339804" y="6894"/>
                  </a:cubicBezTo>
                  <a:cubicBezTo>
                    <a:pt x="344218" y="11308"/>
                    <a:pt x="346698" y="17295"/>
                    <a:pt x="346698" y="23537"/>
                  </a:cubicBezTo>
                  <a:lnTo>
                    <a:pt x="346698" y="410203"/>
                  </a:lnTo>
                  <a:cubicBezTo>
                    <a:pt x="346698" y="416445"/>
                    <a:pt x="344218" y="422432"/>
                    <a:pt x="339804" y="426846"/>
                  </a:cubicBezTo>
                  <a:cubicBezTo>
                    <a:pt x="335390" y="431260"/>
                    <a:pt x="329403" y="433740"/>
                    <a:pt x="323161" y="433740"/>
                  </a:cubicBezTo>
                  <a:lnTo>
                    <a:pt x="23537" y="433740"/>
                  </a:lnTo>
                  <a:cubicBezTo>
                    <a:pt x="17295" y="433740"/>
                    <a:pt x="11308" y="431260"/>
                    <a:pt x="6894" y="426846"/>
                  </a:cubicBezTo>
                  <a:cubicBezTo>
                    <a:pt x="2480" y="422432"/>
                    <a:pt x="0" y="416445"/>
                    <a:pt x="0" y="410203"/>
                  </a:cubicBezTo>
                  <a:lnTo>
                    <a:pt x="0" y="23537"/>
                  </a:lnTo>
                  <a:cubicBezTo>
                    <a:pt x="0" y="17295"/>
                    <a:pt x="2480" y="11308"/>
                    <a:pt x="6894" y="6894"/>
                  </a:cubicBezTo>
                  <a:cubicBezTo>
                    <a:pt x="11308" y="2480"/>
                    <a:pt x="17295" y="0"/>
                    <a:pt x="23537" y="0"/>
                  </a:cubicBezTo>
                  <a:close/>
                </a:path>
              </a:pathLst>
            </a:custGeom>
            <a:blipFill>
              <a:blip r:embed="rId18"/>
              <a:stretch>
                <a:fillRect l="0" t="-3095" r="0" b="-309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4346175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Manuela Schenk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30835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+49 163 2662435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455045" y="1399007"/>
            <a:ext cx="3056400" cy="978025"/>
            <a:chOff x="0" y="0"/>
            <a:chExt cx="4075200" cy="1304033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950832"/>
              <a:ext cx="4075200" cy="353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Neben Hunden male ich auch andere tierische Familienmitglieder, z.B. Papageien oder Wildtiere.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-38100"/>
              <a:ext cx="4075200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Weitere tierische Freunde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823199" y="3525885"/>
            <a:ext cx="3222271" cy="1926290"/>
            <a:chOff x="0" y="0"/>
            <a:chExt cx="4296362" cy="2568387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950832"/>
              <a:ext cx="4296362" cy="1617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Du hast Dir schon immer mal ein einzigartiges Portrait Deines treuen Begleiters gewünscht?</a:t>
              </a:r>
            </a:p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Dann bist Du hier richtig! Ich habe schon so einige Vierbeiner gemalt - vom weißen Maltheser bis zum schwarzen Labrador, ob kurz- oder langhaarig. Jeder Hund ist ein ganz besonderes Motiv, und ich freue mich, auch Deinen Liebling in liebevollen Details auf Leinwand zu verewigen.</a:t>
              </a:r>
            </a:p>
            <a:p>
              <a:pPr algn="l">
                <a:lnSpc>
                  <a:spcPts val="1119"/>
                </a:lnSpc>
              </a:pP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-38100"/>
              <a:ext cx="4296362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vierbeiniger Liebling auf Leinwand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591576" y="83550"/>
            <a:ext cx="3554175" cy="1416899"/>
            <a:chOff x="0" y="0"/>
            <a:chExt cx="4738900" cy="1889199"/>
          </a:xfrm>
        </p:grpSpPr>
        <p:sp>
          <p:nvSpPr>
            <p:cNvPr name="Freeform 43" id="43"/>
            <p:cNvSpPr/>
            <p:nvPr/>
          </p:nvSpPr>
          <p:spPr>
            <a:xfrm flipH="false" flipV="false" rot="-677456">
              <a:off x="142432" y="160752"/>
              <a:ext cx="1797047" cy="1567695"/>
            </a:xfrm>
            <a:custGeom>
              <a:avLst/>
              <a:gdLst/>
              <a:ahLst/>
              <a:cxnLst/>
              <a:rect r="r" b="b" t="t" l="l"/>
              <a:pathLst>
                <a:path h="1567695" w="1797047">
                  <a:moveTo>
                    <a:pt x="0" y="0"/>
                  </a:moveTo>
                  <a:lnTo>
                    <a:pt x="1797047" y="0"/>
                  </a:lnTo>
                  <a:lnTo>
                    <a:pt x="1797047" y="1567695"/>
                  </a:lnTo>
                  <a:lnTo>
                    <a:pt x="0" y="1567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42" t="-6652" r="-295" b="-53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0" y="308913"/>
              <a:ext cx="2039029" cy="869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41"/>
                </a:lnSpc>
                <a:spcBef>
                  <a:spcPct val="0"/>
                </a:spcBef>
              </a:pPr>
              <a:r>
                <a:rPr lang="en-US" sz="4030" spc="386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802620" y="366831"/>
              <a:ext cx="2936280" cy="675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2"/>
                </a:lnSpc>
                <a:spcBef>
                  <a:spcPct val="0"/>
                </a:spcBef>
              </a:pPr>
              <a:r>
                <a:rPr lang="en-US" sz="3157" spc="599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854124" y="1106586"/>
              <a:ext cx="2980736" cy="264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7"/>
                </a:lnSpc>
                <a:spcBef>
                  <a:spcPct val="0"/>
                </a:spcBef>
              </a:pPr>
              <a:r>
                <a:rPr lang="en-US" b="true" sz="1227" spc="29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8000" y="0"/>
            <a:ext cx="3564000" cy="7560000"/>
            <a:chOff x="0" y="0"/>
            <a:chExt cx="4752000" cy="10080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52000" cy="10080000"/>
              <a:chOff x="0" y="0"/>
              <a:chExt cx="751328" cy="159372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51328" cy="1593725"/>
              </a:xfrm>
              <a:custGeom>
                <a:avLst/>
                <a:gdLst/>
                <a:ahLst/>
                <a:cxnLst/>
                <a:rect r="r" b="b" t="t" l="l"/>
                <a:pathLst>
                  <a:path h="1593725" w="751328">
                    <a:moveTo>
                      <a:pt x="0" y="0"/>
                    </a:moveTo>
                    <a:lnTo>
                      <a:pt x="751328" y="0"/>
                    </a:lnTo>
                    <a:lnTo>
                      <a:pt x="751328" y="1593725"/>
                    </a:lnTo>
                    <a:lnTo>
                      <a:pt x="0" y="1593725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81276" t="-4801" r="-121533" b="-2203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0"/>
              <a:ext cx="4752000" cy="10080000"/>
              <a:chOff x="0" y="0"/>
              <a:chExt cx="1277257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77257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1277257">
                    <a:moveTo>
                      <a:pt x="0" y="0"/>
                    </a:moveTo>
                    <a:lnTo>
                      <a:pt x="1277257" y="0"/>
                    </a:lnTo>
                    <a:lnTo>
                      <a:pt x="1277257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D9D9D9">
                  <a:alpha val="4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1277257" cy="27283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</p:grpSp>
      <p:sp>
        <p:nvSpPr>
          <p:cNvPr name="AutoShape 8" id="8"/>
          <p:cNvSpPr/>
          <p:nvPr/>
        </p:nvSpPr>
        <p:spPr>
          <a:xfrm flipH="true" flipV="true">
            <a:off x="253684" y="625962"/>
            <a:ext cx="6620719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53916" y="846038"/>
            <a:ext cx="3056400" cy="2057492"/>
            <a:chOff x="0" y="0"/>
            <a:chExt cx="644320" cy="433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3"/>
              <a:stretch>
                <a:fillRect l="-2000" t="-8279" r="-1006" b="-648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53916" y="3061760"/>
            <a:ext cx="3056400" cy="2057492"/>
            <a:chOff x="0" y="0"/>
            <a:chExt cx="644320" cy="433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4"/>
              <a:stretch>
                <a:fillRect l="-3843" t="-8948" r="-2761" b="-982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53916" y="5581761"/>
            <a:ext cx="3056400" cy="780116"/>
            <a:chOff x="0" y="0"/>
            <a:chExt cx="4075200" cy="104015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506332"/>
              <a:ext cx="4075200" cy="53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Auch besondere Landschaften und Orte faszinieren mich. Wenn Du auch solche Lieblingsorte hast, zaubere ich sie Dir auf Leinwand.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4075200" cy="4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Lieblingsort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253684" y="7064195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04698" y="7176958"/>
            <a:ext cx="2354603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manufaktur-malerei@web.de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817771" y="1096959"/>
            <a:ext cx="3056400" cy="2056870"/>
          </a:xfrm>
          <a:custGeom>
            <a:avLst/>
            <a:gdLst/>
            <a:ahLst/>
            <a:cxnLst/>
            <a:rect r="r" b="b" t="t" l="l"/>
            <a:pathLst>
              <a:path h="2056870" w="3056400">
                <a:moveTo>
                  <a:pt x="0" y="0"/>
                </a:moveTo>
                <a:lnTo>
                  <a:pt x="3056400" y="0"/>
                </a:lnTo>
                <a:lnTo>
                  <a:pt x="3056400" y="2056870"/>
                </a:lnTo>
                <a:lnTo>
                  <a:pt x="0" y="2056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56" t="-23132" r="-22865" b="-136375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3817655" y="3587386"/>
            <a:ext cx="3056632" cy="1051049"/>
            <a:chOff x="0" y="0"/>
            <a:chExt cx="4075509" cy="140139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506332"/>
              <a:ext cx="4075509" cy="89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Frauchen von Balou</a:t>
              </a:r>
            </a:p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Leidensch</a:t>
              </a: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aftliche Malerin (Acryl und Öl)</a:t>
              </a:r>
            </a:p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Hundeliebhaberin und Naturfreundin – besonders im Wald finde ich oft die Inspiration für meine Arbeiten.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38100"/>
              <a:ext cx="4075509" cy="4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Wer bin ich?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3817655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3817713" y="5071992"/>
            <a:ext cx="3056516" cy="1519890"/>
            <a:chOff x="0" y="0"/>
            <a:chExt cx="4075355" cy="202652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4075355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Ruf mich an oder schreib mir: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950832"/>
              <a:ext cx="3214954" cy="1075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Am liebsten male ich Tiere &amp; Natur nach Fotovorlagen.</a:t>
              </a:r>
            </a:p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Ich freue mich, Dich in einem Beratungs-gespräch näher kennenzulernen.</a:t>
              </a:r>
            </a:p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Tel.: 0163 2662435</a:t>
              </a:r>
            </a:p>
            <a:p>
              <a:pPr algn="l" marL="172720" indent="-86360" lvl="1">
                <a:lnSpc>
                  <a:spcPts val="1119"/>
                </a:lnSpc>
                <a:buFont typeface="Arial"/>
                <a:buChar char="•"/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E-Mail: manufaktur-malerei@web.de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3292627" y="977540"/>
              <a:ext cx="782728" cy="1041323"/>
            </a:xfrm>
            <a:custGeom>
              <a:avLst/>
              <a:gdLst/>
              <a:ahLst/>
              <a:cxnLst/>
              <a:rect r="r" b="b" t="t" l="l"/>
              <a:pathLst>
                <a:path h="1041323" w="782728">
                  <a:moveTo>
                    <a:pt x="0" y="0"/>
                  </a:moveTo>
                  <a:lnTo>
                    <a:pt x="782728" y="0"/>
                  </a:lnTo>
                  <a:lnTo>
                    <a:pt x="782728" y="1041323"/>
                  </a:lnTo>
                  <a:lnTo>
                    <a:pt x="0" y="1041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603801" y="5601600"/>
            <a:ext cx="2612399" cy="1041453"/>
            <a:chOff x="0" y="0"/>
            <a:chExt cx="3483198" cy="1388604"/>
          </a:xfrm>
        </p:grpSpPr>
        <p:sp>
          <p:nvSpPr>
            <p:cNvPr name="Freeform 28" id="28"/>
            <p:cNvSpPr/>
            <p:nvPr/>
          </p:nvSpPr>
          <p:spPr>
            <a:xfrm flipH="false" flipV="false" rot="-677456">
              <a:off x="104691" y="118156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0" y="0"/>
                  </a:lnTo>
                  <a:lnTo>
                    <a:pt x="1320870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42" t="-6652" r="-295" b="-53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230965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24966" y="266535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27800" y="808318"/>
              <a:ext cx="2190908" cy="19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  <a:spcBef>
                  <a:spcPct val="0"/>
                </a:spcBef>
              </a:pPr>
              <a:r>
                <a:rPr lang="en-US" b="true" sz="902" spc="21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4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00" y="857791"/>
            <a:ext cx="3476491" cy="2035100"/>
            <a:chOff x="0" y="0"/>
            <a:chExt cx="4635321" cy="2713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115" y="0"/>
              <a:ext cx="4001091" cy="2713467"/>
            </a:xfrm>
            <a:custGeom>
              <a:avLst/>
              <a:gdLst/>
              <a:ahLst/>
              <a:cxnLst/>
              <a:rect r="r" b="b" t="t" l="l"/>
              <a:pathLst>
                <a:path h="2713467" w="4001091">
                  <a:moveTo>
                    <a:pt x="0" y="0"/>
                  </a:moveTo>
                  <a:lnTo>
                    <a:pt x="4001091" y="0"/>
                  </a:lnTo>
                  <a:lnTo>
                    <a:pt x="4001091" y="2713467"/>
                  </a:lnTo>
                  <a:lnTo>
                    <a:pt x="0" y="271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2490"/>
              <a:ext cx="4635321" cy="2688486"/>
            </a:xfrm>
            <a:custGeom>
              <a:avLst/>
              <a:gdLst/>
              <a:ahLst/>
              <a:cxnLst/>
              <a:rect r="r" b="b" t="t" l="l"/>
              <a:pathLst>
                <a:path h="2688486" w="4635321">
                  <a:moveTo>
                    <a:pt x="0" y="0"/>
                  </a:moveTo>
                  <a:lnTo>
                    <a:pt x="4635321" y="0"/>
                  </a:lnTo>
                  <a:lnTo>
                    <a:pt x="4635321" y="2688487"/>
                  </a:lnTo>
                  <a:lnTo>
                    <a:pt x="0" y="268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677456">
              <a:off x="699097" y="807261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1" y="0"/>
                  </a:lnTo>
                  <a:lnTo>
                    <a:pt x="1320871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42" t="-6652" r="-295" b="-5375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93371" y="1924787"/>
              <a:ext cx="152922" cy="152922"/>
            </a:xfrm>
            <a:custGeom>
              <a:avLst/>
              <a:gdLst/>
              <a:ahLst/>
              <a:cxnLst/>
              <a:rect r="r" b="b" t="t" l="l"/>
              <a:pathLst>
                <a:path h="152922" w="152922">
                  <a:moveTo>
                    <a:pt x="0" y="0"/>
                  </a:moveTo>
                  <a:lnTo>
                    <a:pt x="152922" y="0"/>
                  </a:lnTo>
                  <a:lnTo>
                    <a:pt x="152922" y="152921"/>
                  </a:lnTo>
                  <a:lnTo>
                    <a:pt x="0" y="15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94407" y="920069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19373" y="955639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39688" y="1764930"/>
              <a:ext cx="1555945" cy="13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13"/>
                </a:lnSpc>
                <a:spcBef>
                  <a:spcPct val="0"/>
                </a:spcBef>
              </a:pPr>
              <a:r>
                <a:rPr lang="en-US" b="true" sz="602" spc="142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Individuelle Malerei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22258" y="1922084"/>
              <a:ext cx="1019693" cy="139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0"/>
                </a:lnSpc>
                <a:spcBef>
                  <a:spcPct val="0"/>
                </a:spcBef>
              </a:pPr>
              <a:r>
                <a:rPr lang="en-US" sz="600" spc="142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0163 2662435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22207" y="1497422"/>
              <a:ext cx="2190908" cy="19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  <a:spcBef>
                  <a:spcPct val="0"/>
                </a:spcBef>
              </a:pPr>
              <a:r>
                <a:rPr lang="en-US" b="true" sz="902" spc="21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10529037">
              <a:off x="2938473" y="1971302"/>
              <a:ext cx="466883" cy="215487"/>
            </a:xfrm>
            <a:custGeom>
              <a:avLst/>
              <a:gdLst/>
              <a:ahLst/>
              <a:cxnLst/>
              <a:rect r="r" b="b" t="t" l="l"/>
              <a:pathLst>
                <a:path h="215487" w="466883">
                  <a:moveTo>
                    <a:pt x="0" y="0"/>
                  </a:moveTo>
                  <a:lnTo>
                    <a:pt x="466883" y="0"/>
                  </a:lnTo>
                  <a:lnTo>
                    <a:pt x="466883" y="215487"/>
                  </a:lnTo>
                  <a:lnTo>
                    <a:pt x="0" y="215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1672" t="0" r="-133967" b="-82933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3196809">
              <a:off x="3538260" y="1323655"/>
              <a:ext cx="135061" cy="964721"/>
            </a:xfrm>
            <a:custGeom>
              <a:avLst/>
              <a:gdLst/>
              <a:ahLst/>
              <a:cxnLst/>
              <a:rect r="r" b="b" t="t" l="l"/>
              <a:pathLst>
                <a:path h="964721" w="135061">
                  <a:moveTo>
                    <a:pt x="0" y="0"/>
                  </a:moveTo>
                  <a:lnTo>
                    <a:pt x="135061" y="0"/>
                  </a:lnTo>
                  <a:lnTo>
                    <a:pt x="135061" y="964721"/>
                  </a:lnTo>
                  <a:lnTo>
                    <a:pt x="0" y="96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32669" y="1354615"/>
            <a:ext cx="2612399" cy="1041453"/>
            <a:chOff x="0" y="0"/>
            <a:chExt cx="3483198" cy="1388604"/>
          </a:xfrm>
        </p:grpSpPr>
        <p:sp>
          <p:nvSpPr>
            <p:cNvPr name="Freeform 15" id="15"/>
            <p:cNvSpPr/>
            <p:nvPr/>
          </p:nvSpPr>
          <p:spPr>
            <a:xfrm flipH="false" flipV="false" rot="-677456">
              <a:off x="104691" y="118156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0" y="0"/>
                  </a:lnTo>
                  <a:lnTo>
                    <a:pt x="1320870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42" t="-6652" r="-295" b="-53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230965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24966" y="266535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27800" y="808318"/>
              <a:ext cx="2190908" cy="19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  <a:spcBef>
                  <a:spcPct val="0"/>
                </a:spcBef>
              </a:pPr>
              <a:r>
                <a:rPr lang="en-US" b="true" sz="902" spc="21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77770" y="3107861"/>
            <a:ext cx="3476491" cy="2035100"/>
            <a:chOff x="0" y="0"/>
            <a:chExt cx="4635321" cy="27134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115" y="0"/>
              <a:ext cx="4001091" cy="2713467"/>
            </a:xfrm>
            <a:custGeom>
              <a:avLst/>
              <a:gdLst/>
              <a:ahLst/>
              <a:cxnLst/>
              <a:rect r="r" b="b" t="t" l="l"/>
              <a:pathLst>
                <a:path h="2713467" w="4001091">
                  <a:moveTo>
                    <a:pt x="0" y="0"/>
                  </a:moveTo>
                  <a:lnTo>
                    <a:pt x="4001091" y="0"/>
                  </a:lnTo>
                  <a:lnTo>
                    <a:pt x="4001091" y="2713467"/>
                  </a:lnTo>
                  <a:lnTo>
                    <a:pt x="0" y="271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2490"/>
              <a:ext cx="4635321" cy="2688486"/>
            </a:xfrm>
            <a:custGeom>
              <a:avLst/>
              <a:gdLst/>
              <a:ahLst/>
              <a:cxnLst/>
              <a:rect r="r" b="b" t="t" l="l"/>
              <a:pathLst>
                <a:path h="2688486" w="4635321">
                  <a:moveTo>
                    <a:pt x="0" y="0"/>
                  </a:moveTo>
                  <a:lnTo>
                    <a:pt x="4635321" y="0"/>
                  </a:lnTo>
                  <a:lnTo>
                    <a:pt x="4635321" y="2688487"/>
                  </a:lnTo>
                  <a:lnTo>
                    <a:pt x="0" y="268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9816" y="3450074"/>
            <a:ext cx="2612399" cy="1041453"/>
            <a:chOff x="0" y="0"/>
            <a:chExt cx="3483198" cy="1388604"/>
          </a:xfrm>
        </p:grpSpPr>
        <p:sp>
          <p:nvSpPr>
            <p:cNvPr name="Freeform 23" id="23"/>
            <p:cNvSpPr/>
            <p:nvPr/>
          </p:nvSpPr>
          <p:spPr>
            <a:xfrm flipH="false" flipV="false" rot="-677456">
              <a:off x="104691" y="118156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0" y="0"/>
                  </a:lnTo>
                  <a:lnTo>
                    <a:pt x="1320870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42" t="-6652" r="-295" b="-53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230965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324966" y="266535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98211" y="4271325"/>
            <a:ext cx="2035608" cy="15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b="true" sz="902" spc="213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Individuelle Malerei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63459" y="4495476"/>
            <a:ext cx="2505112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sz="900" spc="11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manufaktur-malerei@web.de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94425" y="4061075"/>
            <a:ext cx="1643181" cy="16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"/>
              </a:lnSpc>
              <a:spcBef>
                <a:spcPct val="0"/>
              </a:spcBef>
            </a:pPr>
            <a:r>
              <a:rPr lang="en-US" b="true" sz="1002" spc="237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Manuela Schenk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10529037">
            <a:off x="8666233" y="4474631"/>
            <a:ext cx="350162" cy="161615"/>
          </a:xfrm>
          <a:custGeom>
            <a:avLst/>
            <a:gdLst/>
            <a:ahLst/>
            <a:cxnLst/>
            <a:rect r="r" b="b" t="t" l="l"/>
            <a:pathLst>
              <a:path h="161615" w="350162">
                <a:moveTo>
                  <a:pt x="0" y="0"/>
                </a:moveTo>
                <a:lnTo>
                  <a:pt x="350162" y="0"/>
                </a:lnTo>
                <a:lnTo>
                  <a:pt x="350162" y="161616"/>
                </a:lnTo>
                <a:lnTo>
                  <a:pt x="0" y="161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1672" t="0" r="-133967" b="-82933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1030087">
            <a:off x="8917923" y="3760006"/>
            <a:ext cx="101296" cy="723541"/>
          </a:xfrm>
          <a:custGeom>
            <a:avLst/>
            <a:gdLst/>
            <a:ahLst/>
            <a:cxnLst/>
            <a:rect r="r" b="b" t="t" l="l"/>
            <a:pathLst>
              <a:path h="723541" w="101296">
                <a:moveTo>
                  <a:pt x="0" y="0"/>
                </a:moveTo>
                <a:lnTo>
                  <a:pt x="101296" y="0"/>
                </a:lnTo>
                <a:lnTo>
                  <a:pt x="101296" y="723541"/>
                </a:lnTo>
                <a:lnTo>
                  <a:pt x="0" y="723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06044" y="3506893"/>
            <a:ext cx="3000818" cy="2035100"/>
          </a:xfrm>
          <a:custGeom>
            <a:avLst/>
            <a:gdLst/>
            <a:ahLst/>
            <a:cxnLst/>
            <a:rect r="r" b="b" t="t" l="l"/>
            <a:pathLst>
              <a:path h="2035100" w="3000818">
                <a:moveTo>
                  <a:pt x="0" y="0"/>
                </a:moveTo>
                <a:lnTo>
                  <a:pt x="3000818" y="0"/>
                </a:lnTo>
                <a:lnTo>
                  <a:pt x="3000818" y="2035100"/>
                </a:lnTo>
                <a:lnTo>
                  <a:pt x="0" y="203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68208" y="3525628"/>
            <a:ext cx="3476491" cy="2016365"/>
          </a:xfrm>
          <a:custGeom>
            <a:avLst/>
            <a:gdLst/>
            <a:ahLst/>
            <a:cxnLst/>
            <a:rect r="r" b="b" t="t" l="l"/>
            <a:pathLst>
              <a:path h="2016365" w="3476491">
                <a:moveTo>
                  <a:pt x="0" y="0"/>
                </a:moveTo>
                <a:lnTo>
                  <a:pt x="3476491" y="0"/>
                </a:lnTo>
                <a:lnTo>
                  <a:pt x="3476491" y="2016365"/>
                </a:lnTo>
                <a:lnTo>
                  <a:pt x="0" y="201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677456">
            <a:off x="1392531" y="4050268"/>
            <a:ext cx="990653" cy="864218"/>
          </a:xfrm>
          <a:custGeom>
            <a:avLst/>
            <a:gdLst/>
            <a:ahLst/>
            <a:cxnLst/>
            <a:rect r="r" b="b" t="t" l="l"/>
            <a:pathLst>
              <a:path h="864218" w="990653">
                <a:moveTo>
                  <a:pt x="0" y="0"/>
                </a:moveTo>
                <a:lnTo>
                  <a:pt x="990653" y="0"/>
                </a:lnTo>
                <a:lnTo>
                  <a:pt x="990653" y="864219"/>
                </a:lnTo>
                <a:lnTo>
                  <a:pt x="0" y="86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2" t="-6652" r="-295" b="-537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14013" y="4125350"/>
            <a:ext cx="1124049" cy="48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2962" spc="284">
                <a:solidFill>
                  <a:srgbClr val="004AAD"/>
                </a:solidFill>
                <a:latin typeface="Great Vibes"/>
                <a:ea typeface="Great Vibes"/>
                <a:cs typeface="Great Vibes"/>
                <a:sym typeface="Great Vibes"/>
              </a:rPr>
              <a:t>Manu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07737" y="4152027"/>
            <a:ext cx="1618674" cy="3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  <a:r>
              <a:rPr lang="en-US" sz="2320" spc="440">
                <a:solidFill>
                  <a:srgbClr val="004AAD"/>
                </a:solidFill>
                <a:latin typeface="Cheque Bold"/>
                <a:ea typeface="Cheque Bold"/>
                <a:cs typeface="Cheque Bold"/>
                <a:sym typeface="Cheque Bold"/>
              </a:rPr>
              <a:t>FAKTUR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22974" y="4763758"/>
            <a:ext cx="1166959" cy="1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"/>
              </a:lnSpc>
              <a:spcBef>
                <a:spcPct val="0"/>
              </a:spcBef>
            </a:pPr>
            <a:r>
              <a:rPr lang="en-US" b="true" sz="602" spc="142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Individuelle Malerei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9166" y="4879378"/>
            <a:ext cx="2260145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  <a:spcBef>
                <a:spcPct val="0"/>
              </a:spcBef>
            </a:pPr>
            <a:r>
              <a:rPr lang="en-US" sz="900" spc="21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manufaktur-malerei@web.de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84863" y="4563127"/>
            <a:ext cx="1643181" cy="15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b="true" sz="902" spc="213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Manuela Schenk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10529037">
            <a:off x="3195752" y="5043725"/>
            <a:ext cx="350162" cy="161615"/>
          </a:xfrm>
          <a:custGeom>
            <a:avLst/>
            <a:gdLst/>
            <a:ahLst/>
            <a:cxnLst/>
            <a:rect r="r" b="b" t="t" l="l"/>
            <a:pathLst>
              <a:path h="161615" w="350162">
                <a:moveTo>
                  <a:pt x="0" y="0"/>
                </a:moveTo>
                <a:lnTo>
                  <a:pt x="350162" y="0"/>
                </a:lnTo>
                <a:lnTo>
                  <a:pt x="350162" y="161616"/>
                </a:lnTo>
                <a:lnTo>
                  <a:pt x="0" y="161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1672" t="0" r="-133967" b="-829333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196809">
            <a:off x="3735948" y="4437564"/>
            <a:ext cx="101296" cy="723541"/>
          </a:xfrm>
          <a:custGeom>
            <a:avLst/>
            <a:gdLst/>
            <a:ahLst/>
            <a:cxnLst/>
            <a:rect r="r" b="b" t="t" l="l"/>
            <a:pathLst>
              <a:path h="723541" w="101296">
                <a:moveTo>
                  <a:pt x="0" y="0"/>
                </a:moveTo>
                <a:lnTo>
                  <a:pt x="101296" y="0"/>
                </a:lnTo>
                <a:lnTo>
                  <a:pt x="101296" y="723541"/>
                </a:lnTo>
                <a:lnTo>
                  <a:pt x="0" y="723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64638" y="638235"/>
            <a:ext cx="7030276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233024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7331178" y="7059436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3864638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3024" y="1399007"/>
            <a:ext cx="1480812" cy="1974416"/>
          </a:xfrm>
          <a:custGeom>
            <a:avLst/>
            <a:gdLst/>
            <a:ahLst/>
            <a:cxnLst/>
            <a:rect r="r" b="b" t="t" l="l"/>
            <a:pathLst>
              <a:path h="1974416" w="1480812">
                <a:moveTo>
                  <a:pt x="0" y="0"/>
                </a:moveTo>
                <a:lnTo>
                  <a:pt x="1480812" y="0"/>
                </a:lnTo>
                <a:lnTo>
                  <a:pt x="1480812" y="1974416"/>
                </a:lnTo>
                <a:lnTo>
                  <a:pt x="0" y="1974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3024" y="5452175"/>
            <a:ext cx="1804755" cy="1353566"/>
          </a:xfrm>
          <a:custGeom>
            <a:avLst/>
            <a:gdLst/>
            <a:ahLst/>
            <a:cxnLst/>
            <a:rect r="r" b="b" t="t" l="l"/>
            <a:pathLst>
              <a:path h="1353566" w="1804755">
                <a:moveTo>
                  <a:pt x="0" y="0"/>
                </a:moveTo>
                <a:lnTo>
                  <a:pt x="1804755" y="0"/>
                </a:lnTo>
                <a:lnTo>
                  <a:pt x="1804755" y="1353566"/>
                </a:lnTo>
                <a:lnTo>
                  <a:pt x="0" y="1353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817038" y="1399007"/>
            <a:ext cx="1472618" cy="1974416"/>
            <a:chOff x="0" y="0"/>
            <a:chExt cx="812800" cy="1089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89764"/>
            </a:xfrm>
            <a:custGeom>
              <a:avLst/>
              <a:gdLst/>
              <a:ahLst/>
              <a:cxnLst/>
              <a:rect r="r" b="b" t="t" l="l"/>
              <a:pathLst>
                <a:path h="1089764" w="812800">
                  <a:moveTo>
                    <a:pt x="26286" y="0"/>
                  </a:moveTo>
                  <a:lnTo>
                    <a:pt x="786514" y="0"/>
                  </a:lnTo>
                  <a:cubicBezTo>
                    <a:pt x="801031" y="0"/>
                    <a:pt x="812800" y="11769"/>
                    <a:pt x="812800" y="26286"/>
                  </a:cubicBezTo>
                  <a:lnTo>
                    <a:pt x="812800" y="1063478"/>
                  </a:lnTo>
                  <a:cubicBezTo>
                    <a:pt x="812800" y="1077995"/>
                    <a:pt x="801031" y="1089764"/>
                    <a:pt x="786514" y="1089764"/>
                  </a:cubicBezTo>
                  <a:lnTo>
                    <a:pt x="26286" y="1089764"/>
                  </a:lnTo>
                  <a:cubicBezTo>
                    <a:pt x="11769" y="1089764"/>
                    <a:pt x="0" y="1077995"/>
                    <a:pt x="0" y="1063478"/>
                  </a:cubicBezTo>
                  <a:lnTo>
                    <a:pt x="0" y="26286"/>
                  </a:lnTo>
                  <a:cubicBezTo>
                    <a:pt x="0" y="11769"/>
                    <a:pt x="11769" y="0"/>
                    <a:pt x="26286" y="0"/>
                  </a:cubicBezTo>
                  <a:close/>
                </a:path>
              </a:pathLst>
            </a:custGeom>
            <a:blipFill>
              <a:blip r:embed="rId4"/>
              <a:stretch>
                <a:fillRect l="-7462" t="-3602" r="-1729" b="-5117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66535" y="5452175"/>
            <a:ext cx="1123121" cy="1353566"/>
            <a:chOff x="0" y="0"/>
            <a:chExt cx="812800" cy="979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79572"/>
            </a:xfrm>
            <a:custGeom>
              <a:avLst/>
              <a:gdLst/>
              <a:ahLst/>
              <a:cxnLst/>
              <a:rect r="r" b="b" t="t" l="l"/>
              <a:pathLst>
                <a:path h="979572" w="812800">
                  <a:moveTo>
                    <a:pt x="34466" y="0"/>
                  </a:moveTo>
                  <a:lnTo>
                    <a:pt x="778334" y="0"/>
                  </a:lnTo>
                  <a:cubicBezTo>
                    <a:pt x="787475" y="0"/>
                    <a:pt x="796241" y="3631"/>
                    <a:pt x="802705" y="10095"/>
                  </a:cubicBezTo>
                  <a:cubicBezTo>
                    <a:pt x="809169" y="16559"/>
                    <a:pt x="812800" y="25325"/>
                    <a:pt x="812800" y="34466"/>
                  </a:cubicBezTo>
                  <a:lnTo>
                    <a:pt x="812800" y="945106"/>
                  </a:lnTo>
                  <a:cubicBezTo>
                    <a:pt x="812800" y="954247"/>
                    <a:pt x="809169" y="963014"/>
                    <a:pt x="802705" y="969477"/>
                  </a:cubicBezTo>
                  <a:cubicBezTo>
                    <a:pt x="796241" y="975941"/>
                    <a:pt x="787475" y="979572"/>
                    <a:pt x="778334" y="979572"/>
                  </a:cubicBezTo>
                  <a:lnTo>
                    <a:pt x="34466" y="979572"/>
                  </a:lnTo>
                  <a:cubicBezTo>
                    <a:pt x="25325" y="979572"/>
                    <a:pt x="16559" y="975941"/>
                    <a:pt x="10095" y="969477"/>
                  </a:cubicBezTo>
                  <a:cubicBezTo>
                    <a:pt x="3631" y="963014"/>
                    <a:pt x="0" y="954247"/>
                    <a:pt x="0" y="945106"/>
                  </a:cubicBezTo>
                  <a:lnTo>
                    <a:pt x="0" y="34466"/>
                  </a:lnTo>
                  <a:cubicBezTo>
                    <a:pt x="0" y="25325"/>
                    <a:pt x="3631" y="16559"/>
                    <a:pt x="10095" y="10095"/>
                  </a:cubicBezTo>
                  <a:cubicBezTo>
                    <a:pt x="16559" y="3631"/>
                    <a:pt x="25325" y="0"/>
                    <a:pt x="344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56" r="0" b="-10110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614525" y="2643444"/>
            <a:ext cx="1306745" cy="2057492"/>
            <a:chOff x="0" y="0"/>
            <a:chExt cx="275475" cy="433740"/>
          </a:xfrm>
        </p:grpSpPr>
        <p:sp>
          <p:nvSpPr>
            <p:cNvPr name="Freeform 13" id="13"/>
            <p:cNvSpPr/>
            <p:nvPr/>
          </p:nvSpPr>
          <p:spPr>
            <a:xfrm flipH="false" flipV="false" rot="-5400000">
              <a:off x="-79133" y="79133"/>
              <a:ext cx="433740" cy="275475"/>
            </a:xfrm>
            <a:custGeom>
              <a:avLst/>
              <a:gdLst/>
              <a:ahLst/>
              <a:cxnLst/>
              <a:rect r="r" b="b" t="t" l="l"/>
              <a:pathLst>
                <a:path h="275475" w="433740">
                  <a:moveTo>
                    <a:pt x="433741" y="29623"/>
                  </a:moveTo>
                  <a:lnTo>
                    <a:pt x="433741" y="245852"/>
                  </a:lnTo>
                  <a:cubicBezTo>
                    <a:pt x="433741" y="262212"/>
                    <a:pt x="420478" y="275475"/>
                    <a:pt x="404118" y="275475"/>
                  </a:cubicBezTo>
                  <a:lnTo>
                    <a:pt x="29623" y="275475"/>
                  </a:lnTo>
                  <a:cubicBezTo>
                    <a:pt x="21767" y="275475"/>
                    <a:pt x="14232" y="272354"/>
                    <a:pt x="8677" y="266798"/>
                  </a:cubicBezTo>
                  <a:cubicBezTo>
                    <a:pt x="3121" y="261243"/>
                    <a:pt x="0" y="253708"/>
                    <a:pt x="0" y="245852"/>
                  </a:cubicBezTo>
                  <a:lnTo>
                    <a:pt x="0" y="29623"/>
                  </a:lnTo>
                  <a:cubicBezTo>
                    <a:pt x="0" y="13262"/>
                    <a:pt x="13263" y="0"/>
                    <a:pt x="29623" y="0"/>
                  </a:cubicBezTo>
                  <a:lnTo>
                    <a:pt x="404118" y="0"/>
                  </a:lnTo>
                  <a:cubicBezTo>
                    <a:pt x="420478" y="0"/>
                    <a:pt x="433741" y="13262"/>
                    <a:pt x="433741" y="29623"/>
                  </a:cubicBezTo>
                  <a:close/>
                </a:path>
              </a:pathLst>
            </a:custGeom>
            <a:blipFill>
              <a:blip r:embed="rId6"/>
              <a:stretch>
                <a:fillRect l="0" t="-68223" r="-1192" b="-4421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865152" y="4805711"/>
            <a:ext cx="3056400" cy="2057492"/>
            <a:chOff x="0" y="0"/>
            <a:chExt cx="644320" cy="433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140" r="0" b="-827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331409" y="1399007"/>
            <a:ext cx="3056400" cy="2057492"/>
            <a:chOff x="0" y="0"/>
            <a:chExt cx="644320" cy="433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8"/>
              <a:stretch>
                <a:fillRect l="-2000" t="-8279" r="-1006" b="-648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31409" y="3614729"/>
            <a:ext cx="3056400" cy="2057492"/>
            <a:chOff x="0" y="0"/>
            <a:chExt cx="644320" cy="433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9"/>
              <a:stretch>
                <a:fillRect l="-3843" t="-8948" r="-2761" b="-982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865152" y="2643444"/>
            <a:ext cx="1644598" cy="2057492"/>
            <a:chOff x="0" y="0"/>
            <a:chExt cx="346698" cy="433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6698" cy="433740"/>
            </a:xfrm>
            <a:custGeom>
              <a:avLst/>
              <a:gdLst/>
              <a:ahLst/>
              <a:cxnLst/>
              <a:rect r="r" b="b" t="t" l="l"/>
              <a:pathLst>
                <a:path h="433740" w="346698">
                  <a:moveTo>
                    <a:pt x="23537" y="0"/>
                  </a:moveTo>
                  <a:lnTo>
                    <a:pt x="323161" y="0"/>
                  </a:lnTo>
                  <a:cubicBezTo>
                    <a:pt x="329403" y="0"/>
                    <a:pt x="335390" y="2480"/>
                    <a:pt x="339804" y="6894"/>
                  </a:cubicBezTo>
                  <a:cubicBezTo>
                    <a:pt x="344218" y="11308"/>
                    <a:pt x="346698" y="17295"/>
                    <a:pt x="346698" y="23537"/>
                  </a:cubicBezTo>
                  <a:lnTo>
                    <a:pt x="346698" y="410203"/>
                  </a:lnTo>
                  <a:cubicBezTo>
                    <a:pt x="346698" y="416445"/>
                    <a:pt x="344218" y="422432"/>
                    <a:pt x="339804" y="426846"/>
                  </a:cubicBezTo>
                  <a:cubicBezTo>
                    <a:pt x="335390" y="431260"/>
                    <a:pt x="329403" y="433740"/>
                    <a:pt x="323161" y="433740"/>
                  </a:cubicBezTo>
                  <a:lnTo>
                    <a:pt x="23537" y="433740"/>
                  </a:lnTo>
                  <a:cubicBezTo>
                    <a:pt x="17295" y="433740"/>
                    <a:pt x="11308" y="431260"/>
                    <a:pt x="6894" y="426846"/>
                  </a:cubicBezTo>
                  <a:cubicBezTo>
                    <a:pt x="2480" y="422432"/>
                    <a:pt x="0" y="416445"/>
                    <a:pt x="0" y="410203"/>
                  </a:cubicBezTo>
                  <a:lnTo>
                    <a:pt x="0" y="23537"/>
                  </a:lnTo>
                  <a:cubicBezTo>
                    <a:pt x="0" y="17295"/>
                    <a:pt x="2480" y="11308"/>
                    <a:pt x="6894" y="6894"/>
                  </a:cubicBezTo>
                  <a:cubicBezTo>
                    <a:pt x="11308" y="2480"/>
                    <a:pt x="17295" y="0"/>
                    <a:pt x="23537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095" r="0" b="-309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5600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Manuela Schenk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6539" y="7172199"/>
            <a:ext cx="2405908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manufaktur-malerei@web.de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4066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+49 163 2662435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31409" y="6025625"/>
            <a:ext cx="3056400" cy="780116"/>
            <a:chOff x="0" y="0"/>
            <a:chExt cx="4075200" cy="104015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506332"/>
              <a:ext cx="4075200" cy="53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Auch besondere Landschaften und Orte faszinieren mich. Wenn Du auch solche Lieblingsorte hast, kann ich sie Dir auf Leinwand zaubern.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4075200" cy="4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Lieblingsort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64870" y="1399007"/>
            <a:ext cx="3056400" cy="978025"/>
            <a:chOff x="0" y="0"/>
            <a:chExt cx="4075200" cy="130403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950832"/>
              <a:ext cx="4075200" cy="353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Neben Hunden male ich auch andere tierische Familienmitglieder, z.B. Papageien oder Wildtiere.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4075200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Weitere tierische Freunde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3024" y="3525885"/>
            <a:ext cx="3222271" cy="1926290"/>
            <a:chOff x="0" y="0"/>
            <a:chExt cx="4296362" cy="2568387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950832"/>
              <a:ext cx="4296362" cy="1617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Du hast Dir schon immer mal ein einzigartiges Portrait Deines treuen Begleiters gewünscht?</a:t>
              </a:r>
            </a:p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Dann bist Du hier richtig! Ich habe schon so einige Vierbeiner malen dürfen - vom weißen Maltheser bis zum schwarzen Labrador, ob kurz- oder langhaarig. Jeder Hund ist ein ganz besonderes Motiv, und ich freue mich, auch Deinen Liebling in liebevollen Details auf Leinwand zu verewigen.</a:t>
              </a:r>
            </a:p>
            <a:p>
              <a:pPr algn="l">
                <a:lnSpc>
                  <a:spcPts val="111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38100"/>
              <a:ext cx="4296362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vierbeiniger Liebling auf Leinwand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01" y="83550"/>
            <a:ext cx="3554175" cy="1416899"/>
            <a:chOff x="0" y="0"/>
            <a:chExt cx="4738900" cy="1889199"/>
          </a:xfrm>
        </p:grpSpPr>
        <p:sp>
          <p:nvSpPr>
            <p:cNvPr name="Freeform 35" id="35"/>
            <p:cNvSpPr/>
            <p:nvPr/>
          </p:nvSpPr>
          <p:spPr>
            <a:xfrm flipH="false" flipV="false" rot="-677456">
              <a:off x="142432" y="160752"/>
              <a:ext cx="1797047" cy="1567695"/>
            </a:xfrm>
            <a:custGeom>
              <a:avLst/>
              <a:gdLst/>
              <a:ahLst/>
              <a:cxnLst/>
              <a:rect r="r" b="b" t="t" l="l"/>
              <a:pathLst>
                <a:path h="1567695" w="1797047">
                  <a:moveTo>
                    <a:pt x="0" y="0"/>
                  </a:moveTo>
                  <a:lnTo>
                    <a:pt x="1797047" y="0"/>
                  </a:lnTo>
                  <a:lnTo>
                    <a:pt x="1797047" y="1567695"/>
                  </a:lnTo>
                  <a:lnTo>
                    <a:pt x="0" y="1567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42" t="-6652" r="-295" b="-53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308913"/>
              <a:ext cx="2039029" cy="869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41"/>
                </a:lnSpc>
                <a:spcBef>
                  <a:spcPct val="0"/>
                </a:spcBef>
              </a:pPr>
              <a:r>
                <a:rPr lang="en-US" sz="4030" spc="386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802620" y="366831"/>
              <a:ext cx="2936280" cy="675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2"/>
                </a:lnSpc>
                <a:spcBef>
                  <a:spcPct val="0"/>
                </a:spcBef>
              </a:pPr>
              <a:r>
                <a:rPr lang="en-US" sz="3157" spc="599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54124" y="1106586"/>
              <a:ext cx="2980736" cy="264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7"/>
                </a:lnSpc>
                <a:spcBef>
                  <a:spcPct val="0"/>
                </a:spcBef>
              </a:pPr>
              <a:r>
                <a:rPr lang="en-US" b="true" sz="1227" spc="29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12645" y="6804000"/>
            <a:ext cx="392902" cy="424186"/>
          </a:xfrm>
          <a:custGeom>
            <a:avLst/>
            <a:gdLst/>
            <a:ahLst/>
            <a:cxnLst/>
            <a:rect r="r" b="b" t="t" l="l"/>
            <a:pathLst>
              <a:path h="424186" w="392902">
                <a:moveTo>
                  <a:pt x="0" y="0"/>
                </a:moveTo>
                <a:lnTo>
                  <a:pt x="392902" y="0"/>
                </a:lnTo>
                <a:lnTo>
                  <a:pt x="392902" y="424186"/>
                </a:lnTo>
                <a:lnTo>
                  <a:pt x="0" y="42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36000" y="4685828"/>
            <a:ext cx="339549" cy="687694"/>
          </a:xfrm>
          <a:custGeom>
            <a:avLst/>
            <a:gdLst/>
            <a:ahLst/>
            <a:cxnLst/>
            <a:rect r="r" b="b" t="t" l="l"/>
            <a:pathLst>
              <a:path h="687694" w="339549">
                <a:moveTo>
                  <a:pt x="0" y="0"/>
                </a:moveTo>
                <a:lnTo>
                  <a:pt x="339549" y="0"/>
                </a:lnTo>
                <a:lnTo>
                  <a:pt x="339549" y="687694"/>
                </a:lnTo>
                <a:lnTo>
                  <a:pt x="0" y="687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5295" y="6203759"/>
            <a:ext cx="1080106" cy="1166106"/>
          </a:xfrm>
          <a:custGeom>
            <a:avLst/>
            <a:gdLst/>
            <a:ahLst/>
            <a:cxnLst/>
            <a:rect r="r" b="b" t="t" l="l"/>
            <a:pathLst>
              <a:path h="1166106" w="1080106">
                <a:moveTo>
                  <a:pt x="0" y="0"/>
                </a:moveTo>
                <a:lnTo>
                  <a:pt x="1080106" y="0"/>
                </a:lnTo>
                <a:lnTo>
                  <a:pt x="1080106" y="1166106"/>
                </a:lnTo>
                <a:lnTo>
                  <a:pt x="0" y="116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8801826" y="4964005"/>
            <a:ext cx="766625" cy="703901"/>
          </a:xfrm>
          <a:custGeom>
            <a:avLst/>
            <a:gdLst/>
            <a:ahLst/>
            <a:cxnLst/>
            <a:rect r="r" b="b" t="t" l="l"/>
            <a:pathLst>
              <a:path h="703901" w="766625">
                <a:moveTo>
                  <a:pt x="0" y="0"/>
                </a:moveTo>
                <a:lnTo>
                  <a:pt x="766625" y="0"/>
                </a:lnTo>
                <a:lnTo>
                  <a:pt x="766625" y="703901"/>
                </a:lnTo>
                <a:lnTo>
                  <a:pt x="0" y="703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45517" y="5589906"/>
            <a:ext cx="1877818" cy="710157"/>
          </a:xfrm>
          <a:custGeom>
            <a:avLst/>
            <a:gdLst/>
            <a:ahLst/>
            <a:cxnLst/>
            <a:rect r="r" b="b" t="t" l="l"/>
            <a:pathLst>
              <a:path h="710157" w="1877818">
                <a:moveTo>
                  <a:pt x="0" y="0"/>
                </a:moveTo>
                <a:lnTo>
                  <a:pt x="1877818" y="0"/>
                </a:lnTo>
                <a:lnTo>
                  <a:pt x="1877818" y="710157"/>
                </a:lnTo>
                <a:lnTo>
                  <a:pt x="0" y="710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8106">
            <a:off x="7523370" y="6253309"/>
            <a:ext cx="456535" cy="398430"/>
          </a:xfrm>
          <a:custGeom>
            <a:avLst/>
            <a:gdLst/>
            <a:ahLst/>
            <a:cxnLst/>
            <a:rect r="r" b="b" t="t" l="l"/>
            <a:pathLst>
              <a:path h="398430" w="456535">
                <a:moveTo>
                  <a:pt x="0" y="0"/>
                </a:moveTo>
                <a:lnTo>
                  <a:pt x="456535" y="0"/>
                </a:lnTo>
                <a:lnTo>
                  <a:pt x="456535" y="398430"/>
                </a:lnTo>
                <a:lnTo>
                  <a:pt x="0" y="3984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75246" y="5551297"/>
            <a:ext cx="700049" cy="787376"/>
          </a:xfrm>
          <a:custGeom>
            <a:avLst/>
            <a:gdLst/>
            <a:ahLst/>
            <a:cxnLst/>
            <a:rect r="r" b="b" t="t" l="l"/>
            <a:pathLst>
              <a:path h="787376" w="700049">
                <a:moveTo>
                  <a:pt x="0" y="0"/>
                </a:moveTo>
                <a:lnTo>
                  <a:pt x="700049" y="0"/>
                </a:lnTo>
                <a:lnTo>
                  <a:pt x="700049" y="787376"/>
                </a:lnTo>
                <a:lnTo>
                  <a:pt x="0" y="7873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4315" y="5589906"/>
            <a:ext cx="1055842" cy="1144544"/>
          </a:xfrm>
          <a:custGeom>
            <a:avLst/>
            <a:gdLst/>
            <a:ahLst/>
            <a:cxnLst/>
            <a:rect r="r" b="b" t="t" l="l"/>
            <a:pathLst>
              <a:path h="1144544" w="1055842">
                <a:moveTo>
                  <a:pt x="0" y="0"/>
                </a:moveTo>
                <a:lnTo>
                  <a:pt x="1055841" y="0"/>
                </a:lnTo>
                <a:lnTo>
                  <a:pt x="1055841" y="1144544"/>
                </a:lnTo>
                <a:lnTo>
                  <a:pt x="0" y="11445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7138" y="3082190"/>
            <a:ext cx="3000818" cy="2035100"/>
          </a:xfrm>
          <a:custGeom>
            <a:avLst/>
            <a:gdLst/>
            <a:ahLst/>
            <a:cxnLst/>
            <a:rect r="r" b="b" t="t" l="l"/>
            <a:pathLst>
              <a:path h="2035100" w="3000818">
                <a:moveTo>
                  <a:pt x="0" y="0"/>
                </a:moveTo>
                <a:lnTo>
                  <a:pt x="3000818" y="0"/>
                </a:lnTo>
                <a:lnTo>
                  <a:pt x="3000818" y="2035100"/>
                </a:lnTo>
                <a:lnTo>
                  <a:pt x="0" y="2035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9302" y="3091557"/>
            <a:ext cx="3476491" cy="2016365"/>
          </a:xfrm>
          <a:custGeom>
            <a:avLst/>
            <a:gdLst/>
            <a:ahLst/>
            <a:cxnLst/>
            <a:rect r="r" b="b" t="t" l="l"/>
            <a:pathLst>
              <a:path h="2016365" w="3476491">
                <a:moveTo>
                  <a:pt x="0" y="0"/>
                </a:moveTo>
                <a:lnTo>
                  <a:pt x="3476491" y="0"/>
                </a:lnTo>
                <a:lnTo>
                  <a:pt x="3476491" y="2016365"/>
                </a:lnTo>
                <a:lnTo>
                  <a:pt x="0" y="201636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93272" y="4175026"/>
            <a:ext cx="472256" cy="534446"/>
          </a:xfrm>
          <a:custGeom>
            <a:avLst/>
            <a:gdLst/>
            <a:ahLst/>
            <a:cxnLst/>
            <a:rect r="r" b="b" t="t" l="l"/>
            <a:pathLst>
              <a:path h="534446" w="472256">
                <a:moveTo>
                  <a:pt x="0" y="0"/>
                </a:moveTo>
                <a:lnTo>
                  <a:pt x="472256" y="0"/>
                </a:lnTo>
                <a:lnTo>
                  <a:pt x="472256" y="534445"/>
                </a:lnTo>
                <a:lnTo>
                  <a:pt x="0" y="53444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77456">
            <a:off x="883625" y="3687635"/>
            <a:ext cx="990653" cy="864218"/>
          </a:xfrm>
          <a:custGeom>
            <a:avLst/>
            <a:gdLst/>
            <a:ahLst/>
            <a:cxnLst/>
            <a:rect r="r" b="b" t="t" l="l"/>
            <a:pathLst>
              <a:path h="864218" w="990653">
                <a:moveTo>
                  <a:pt x="0" y="0"/>
                </a:moveTo>
                <a:lnTo>
                  <a:pt x="990652" y="0"/>
                </a:lnTo>
                <a:lnTo>
                  <a:pt x="990652" y="864218"/>
                </a:lnTo>
                <a:lnTo>
                  <a:pt x="0" y="86421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538" t="-10640" r="0" b="-138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9330" y="4525780"/>
            <a:ext cx="114691" cy="114691"/>
          </a:xfrm>
          <a:custGeom>
            <a:avLst/>
            <a:gdLst/>
            <a:ahLst/>
            <a:cxnLst/>
            <a:rect r="r" b="b" t="t" l="l"/>
            <a:pathLst>
              <a:path h="114691" w="114691">
                <a:moveTo>
                  <a:pt x="0" y="0"/>
                </a:moveTo>
                <a:lnTo>
                  <a:pt x="114691" y="0"/>
                </a:lnTo>
                <a:lnTo>
                  <a:pt x="114691" y="114691"/>
                </a:lnTo>
                <a:lnTo>
                  <a:pt x="0" y="11469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638946">
            <a:off x="8782540" y="6425042"/>
            <a:ext cx="101296" cy="723541"/>
          </a:xfrm>
          <a:custGeom>
            <a:avLst/>
            <a:gdLst/>
            <a:ahLst/>
            <a:cxnLst/>
            <a:rect r="r" b="b" t="t" l="l"/>
            <a:pathLst>
              <a:path h="723541" w="101296">
                <a:moveTo>
                  <a:pt x="0" y="0"/>
                </a:moveTo>
                <a:lnTo>
                  <a:pt x="101296" y="0"/>
                </a:lnTo>
                <a:lnTo>
                  <a:pt x="101296" y="723541"/>
                </a:lnTo>
                <a:lnTo>
                  <a:pt x="0" y="72354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9693" y="3733536"/>
            <a:ext cx="1149463" cy="4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9"/>
              </a:lnSpc>
              <a:spcBef>
                <a:spcPct val="0"/>
              </a:spcBef>
            </a:pPr>
            <a:r>
              <a:rPr lang="en-US" sz="3029" spc="290">
                <a:solidFill>
                  <a:srgbClr val="004AAD"/>
                </a:solidFill>
                <a:latin typeface="Great Vibes"/>
                <a:ea typeface="Great Vibes"/>
                <a:cs typeface="Great Vibes"/>
                <a:sym typeface="Great Vibes"/>
              </a:rPr>
              <a:t>Manu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1252" y="3788181"/>
            <a:ext cx="1618674" cy="3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  <a:r>
              <a:rPr lang="en-US" sz="2320" spc="549">
                <a:solidFill>
                  <a:srgbClr val="004AAD"/>
                </a:solidFill>
                <a:latin typeface="Cheque Bold"/>
                <a:ea typeface="Cheque Bold"/>
                <a:cs typeface="Cheque Bold"/>
                <a:sym typeface="Cheque Bold"/>
              </a:rPr>
              <a:t>FAKTUR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4068" y="4401125"/>
            <a:ext cx="1166959" cy="1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"/>
              </a:lnSpc>
              <a:spcBef>
                <a:spcPct val="0"/>
              </a:spcBef>
            </a:pPr>
            <a:r>
              <a:rPr lang="en-US" sz="602" spc="14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Individuelle Malerei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0995" y="4518990"/>
            <a:ext cx="764769" cy="10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"/>
              </a:lnSpc>
              <a:spcBef>
                <a:spcPct val="0"/>
              </a:spcBef>
            </a:pPr>
            <a:r>
              <a:rPr lang="en-US" sz="600" spc="14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0163 2662435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957" y="4200494"/>
            <a:ext cx="1643181" cy="15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sz="902" spc="21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Manuela Schenk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623208" y="6834228"/>
            <a:ext cx="523355" cy="537025"/>
          </a:xfrm>
          <a:custGeom>
            <a:avLst/>
            <a:gdLst/>
            <a:ahLst/>
            <a:cxnLst/>
            <a:rect r="r" b="b" t="t" l="l"/>
            <a:pathLst>
              <a:path h="537025" w="523355">
                <a:moveTo>
                  <a:pt x="0" y="0"/>
                </a:moveTo>
                <a:lnTo>
                  <a:pt x="523355" y="0"/>
                </a:lnTo>
                <a:lnTo>
                  <a:pt x="523355" y="537024"/>
                </a:lnTo>
                <a:lnTo>
                  <a:pt x="0" y="53702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82971" y="5514622"/>
            <a:ext cx="3000818" cy="2035100"/>
          </a:xfrm>
          <a:custGeom>
            <a:avLst/>
            <a:gdLst/>
            <a:ahLst/>
            <a:cxnLst/>
            <a:rect r="r" b="b" t="t" l="l"/>
            <a:pathLst>
              <a:path h="2035100" w="3000818">
                <a:moveTo>
                  <a:pt x="0" y="0"/>
                </a:moveTo>
                <a:lnTo>
                  <a:pt x="3000818" y="0"/>
                </a:lnTo>
                <a:lnTo>
                  <a:pt x="3000818" y="2035100"/>
                </a:lnTo>
                <a:lnTo>
                  <a:pt x="0" y="2035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45134" y="5523990"/>
            <a:ext cx="3476491" cy="2016365"/>
          </a:xfrm>
          <a:custGeom>
            <a:avLst/>
            <a:gdLst/>
            <a:ahLst/>
            <a:cxnLst/>
            <a:rect r="r" b="b" t="t" l="l"/>
            <a:pathLst>
              <a:path h="2016365" w="3476491">
                <a:moveTo>
                  <a:pt x="0" y="0"/>
                </a:moveTo>
                <a:lnTo>
                  <a:pt x="3476491" y="0"/>
                </a:lnTo>
                <a:lnTo>
                  <a:pt x="3476491" y="2016365"/>
                </a:lnTo>
                <a:lnTo>
                  <a:pt x="0" y="201636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677456">
            <a:off x="969457" y="6120068"/>
            <a:ext cx="990653" cy="864218"/>
          </a:xfrm>
          <a:custGeom>
            <a:avLst/>
            <a:gdLst/>
            <a:ahLst/>
            <a:cxnLst/>
            <a:rect r="r" b="b" t="t" l="l"/>
            <a:pathLst>
              <a:path h="864218" w="990653">
                <a:moveTo>
                  <a:pt x="0" y="0"/>
                </a:moveTo>
                <a:lnTo>
                  <a:pt x="990653" y="0"/>
                </a:lnTo>
                <a:lnTo>
                  <a:pt x="990653" y="864218"/>
                </a:lnTo>
                <a:lnTo>
                  <a:pt x="0" y="86421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538" t="-10640" r="0" b="-138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15162" y="6958212"/>
            <a:ext cx="114691" cy="114691"/>
          </a:xfrm>
          <a:custGeom>
            <a:avLst/>
            <a:gdLst/>
            <a:ahLst/>
            <a:cxnLst/>
            <a:rect r="r" b="b" t="t" l="l"/>
            <a:pathLst>
              <a:path h="114691" w="114691">
                <a:moveTo>
                  <a:pt x="0" y="0"/>
                </a:moveTo>
                <a:lnTo>
                  <a:pt x="114692" y="0"/>
                </a:lnTo>
                <a:lnTo>
                  <a:pt x="114692" y="114691"/>
                </a:lnTo>
                <a:lnTo>
                  <a:pt x="0" y="11469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65525" y="6165968"/>
            <a:ext cx="1149463" cy="4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9"/>
              </a:lnSpc>
              <a:spcBef>
                <a:spcPct val="0"/>
              </a:spcBef>
            </a:pPr>
            <a:r>
              <a:rPr lang="en-US" sz="3029" spc="290">
                <a:solidFill>
                  <a:srgbClr val="004AAD"/>
                </a:solidFill>
                <a:latin typeface="Great Vibes"/>
                <a:ea typeface="Great Vibes"/>
                <a:cs typeface="Great Vibes"/>
                <a:sym typeface="Great Vibes"/>
              </a:rPr>
              <a:t>Manu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47085" y="6220613"/>
            <a:ext cx="1618674" cy="3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  <a:r>
              <a:rPr lang="en-US" sz="2320" spc="549">
                <a:solidFill>
                  <a:srgbClr val="004AAD"/>
                </a:solidFill>
                <a:latin typeface="Cheque Bold"/>
                <a:ea typeface="Cheque Bold"/>
                <a:cs typeface="Cheque Bold"/>
                <a:sym typeface="Cheque Bold"/>
              </a:rPr>
              <a:t>FAKTUR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2260596">
            <a:off x="2712810" y="6813115"/>
            <a:ext cx="766739" cy="94797"/>
          </a:xfrm>
          <a:custGeom>
            <a:avLst/>
            <a:gdLst/>
            <a:ahLst/>
            <a:cxnLst/>
            <a:rect r="r" b="b" t="t" l="l"/>
            <a:pathLst>
              <a:path h="94797" w="766739">
                <a:moveTo>
                  <a:pt x="0" y="0"/>
                </a:moveTo>
                <a:lnTo>
                  <a:pt x="766739" y="0"/>
                </a:lnTo>
                <a:lnTo>
                  <a:pt x="766739" y="94796"/>
                </a:lnTo>
                <a:lnTo>
                  <a:pt x="0" y="9479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99900" y="6833557"/>
            <a:ext cx="1166959" cy="1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"/>
              </a:lnSpc>
              <a:spcBef>
                <a:spcPct val="0"/>
              </a:spcBef>
            </a:pPr>
            <a:r>
              <a:rPr lang="en-US" sz="602" spc="14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Individuelle Malerei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86828" y="6951423"/>
            <a:ext cx="764769" cy="10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"/>
              </a:lnSpc>
              <a:spcBef>
                <a:spcPct val="0"/>
              </a:spcBef>
            </a:pPr>
            <a:r>
              <a:rPr lang="en-US" sz="600" spc="14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0163 2662435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1789" y="6632926"/>
            <a:ext cx="1643181" cy="15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sz="902" spc="213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Manuela Schenk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-3413489">
            <a:off x="843793" y="4097807"/>
            <a:ext cx="101296" cy="723541"/>
          </a:xfrm>
          <a:custGeom>
            <a:avLst/>
            <a:gdLst/>
            <a:ahLst/>
            <a:cxnLst/>
            <a:rect r="r" b="b" t="t" l="l"/>
            <a:pathLst>
              <a:path h="723541" w="101296">
                <a:moveTo>
                  <a:pt x="0" y="0"/>
                </a:moveTo>
                <a:lnTo>
                  <a:pt x="101296" y="0"/>
                </a:lnTo>
                <a:lnTo>
                  <a:pt x="101296" y="723540"/>
                </a:lnTo>
                <a:lnTo>
                  <a:pt x="0" y="72354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30967" y="554671"/>
            <a:ext cx="3476491" cy="2035100"/>
            <a:chOff x="0" y="0"/>
            <a:chExt cx="4635321" cy="27134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17115" y="0"/>
              <a:ext cx="4001091" cy="2713467"/>
            </a:xfrm>
            <a:custGeom>
              <a:avLst/>
              <a:gdLst/>
              <a:ahLst/>
              <a:cxnLst/>
              <a:rect r="r" b="b" t="t" l="l"/>
              <a:pathLst>
                <a:path h="2713467" w="4001091">
                  <a:moveTo>
                    <a:pt x="0" y="0"/>
                  </a:moveTo>
                  <a:lnTo>
                    <a:pt x="4001091" y="0"/>
                  </a:lnTo>
                  <a:lnTo>
                    <a:pt x="4001091" y="2713467"/>
                  </a:lnTo>
                  <a:lnTo>
                    <a:pt x="0" y="2713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77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2490"/>
              <a:ext cx="4635321" cy="2688486"/>
            </a:xfrm>
            <a:custGeom>
              <a:avLst/>
              <a:gdLst/>
              <a:ahLst/>
              <a:cxnLst/>
              <a:rect r="r" b="b" t="t" l="l"/>
              <a:pathLst>
                <a:path h="2688486" w="4635321">
                  <a:moveTo>
                    <a:pt x="0" y="0"/>
                  </a:moveTo>
                  <a:lnTo>
                    <a:pt x="4635321" y="0"/>
                  </a:lnTo>
                  <a:lnTo>
                    <a:pt x="4635321" y="2688487"/>
                  </a:lnTo>
                  <a:lnTo>
                    <a:pt x="0" y="268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-677456">
              <a:off x="699097" y="807261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1" y="0"/>
                  </a:lnTo>
                  <a:lnTo>
                    <a:pt x="1320871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242" t="-6652" r="-295" b="-5375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693371" y="1924787"/>
              <a:ext cx="152922" cy="152922"/>
            </a:xfrm>
            <a:custGeom>
              <a:avLst/>
              <a:gdLst/>
              <a:ahLst/>
              <a:cxnLst/>
              <a:rect r="r" b="b" t="t" l="l"/>
              <a:pathLst>
                <a:path h="152922" w="152922">
                  <a:moveTo>
                    <a:pt x="0" y="0"/>
                  </a:moveTo>
                  <a:lnTo>
                    <a:pt x="152922" y="0"/>
                  </a:lnTo>
                  <a:lnTo>
                    <a:pt x="152922" y="152921"/>
                  </a:lnTo>
                  <a:lnTo>
                    <a:pt x="0" y="15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594407" y="920069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919373" y="955639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539688" y="1764930"/>
              <a:ext cx="1555945" cy="13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13"/>
                </a:lnSpc>
                <a:spcBef>
                  <a:spcPct val="0"/>
                </a:spcBef>
              </a:pPr>
              <a:r>
                <a:rPr lang="en-US" b="true" sz="602" spc="142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Individuelle Malerei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922258" y="1922084"/>
              <a:ext cx="1019693" cy="139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0"/>
                </a:lnSpc>
                <a:spcBef>
                  <a:spcPct val="0"/>
                </a:spcBef>
              </a:pPr>
              <a:r>
                <a:rPr lang="en-US" sz="600" spc="142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0163 2662435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222207" y="1497422"/>
              <a:ext cx="2190908" cy="19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  <a:spcBef>
                  <a:spcPct val="0"/>
                </a:spcBef>
              </a:pPr>
              <a:r>
                <a:rPr lang="en-US" b="true" sz="902" spc="21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10529037">
              <a:off x="2938473" y="1971302"/>
              <a:ext cx="466883" cy="215487"/>
            </a:xfrm>
            <a:custGeom>
              <a:avLst/>
              <a:gdLst/>
              <a:ahLst/>
              <a:cxnLst/>
              <a:rect r="r" b="b" t="t" l="l"/>
              <a:pathLst>
                <a:path h="215487" w="466883">
                  <a:moveTo>
                    <a:pt x="0" y="0"/>
                  </a:moveTo>
                  <a:lnTo>
                    <a:pt x="466883" y="0"/>
                  </a:lnTo>
                  <a:lnTo>
                    <a:pt x="466883" y="215487"/>
                  </a:lnTo>
                  <a:lnTo>
                    <a:pt x="0" y="215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11672" t="0" r="-133967" b="-829333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3196809">
              <a:off x="3538260" y="1323655"/>
              <a:ext cx="135061" cy="964721"/>
            </a:xfrm>
            <a:custGeom>
              <a:avLst/>
              <a:gdLst/>
              <a:ahLst/>
              <a:cxnLst/>
              <a:rect r="r" b="b" t="t" l="l"/>
              <a:pathLst>
                <a:path h="964721" w="135061">
                  <a:moveTo>
                    <a:pt x="0" y="0"/>
                  </a:moveTo>
                  <a:lnTo>
                    <a:pt x="135061" y="0"/>
                  </a:lnTo>
                  <a:lnTo>
                    <a:pt x="135061" y="964721"/>
                  </a:lnTo>
                  <a:lnTo>
                    <a:pt x="0" y="96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3683789" y="223805"/>
            <a:ext cx="108629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b="true" sz="1200" spc="99">
                <a:solidFill>
                  <a:srgbClr val="000000"/>
                </a:solidFill>
                <a:latin typeface="Now Medium"/>
                <a:ea typeface="Now Medium"/>
                <a:cs typeface="Now Medium"/>
                <a:sym typeface="Now Medium"/>
              </a:rPr>
              <a:t>Finales Logo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117716" y="857791"/>
            <a:ext cx="2612399" cy="1041453"/>
            <a:chOff x="0" y="0"/>
            <a:chExt cx="3483198" cy="1388604"/>
          </a:xfrm>
        </p:grpSpPr>
        <p:sp>
          <p:nvSpPr>
            <p:cNvPr name="Freeform 47" id="47"/>
            <p:cNvSpPr/>
            <p:nvPr/>
          </p:nvSpPr>
          <p:spPr>
            <a:xfrm flipH="false" flipV="false" rot="-677456">
              <a:off x="104691" y="118156"/>
              <a:ext cx="1320870" cy="1152291"/>
            </a:xfrm>
            <a:custGeom>
              <a:avLst/>
              <a:gdLst/>
              <a:ahLst/>
              <a:cxnLst/>
              <a:rect r="r" b="b" t="t" l="l"/>
              <a:pathLst>
                <a:path h="1152291" w="1320870">
                  <a:moveTo>
                    <a:pt x="0" y="0"/>
                  </a:moveTo>
                  <a:lnTo>
                    <a:pt x="1320870" y="0"/>
                  </a:lnTo>
                  <a:lnTo>
                    <a:pt x="1320870" y="1152291"/>
                  </a:lnTo>
                  <a:lnTo>
                    <a:pt x="0" y="115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242" t="-6652" r="-295" b="-53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230965"/>
              <a:ext cx="1498732" cy="635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  <a:spcBef>
                  <a:spcPct val="0"/>
                </a:spcBef>
              </a:pPr>
              <a:r>
                <a:rPr lang="en-US" sz="2962" spc="284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324966" y="266535"/>
              <a:ext cx="2158232" cy="4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sz="2320" spc="440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627800" y="808318"/>
              <a:ext cx="2190908" cy="19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8"/>
                </a:lnSpc>
                <a:spcBef>
                  <a:spcPct val="0"/>
                </a:spcBef>
              </a:pPr>
              <a:r>
                <a:rPr lang="en-US" b="true" sz="902" spc="213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64638" y="638235"/>
            <a:ext cx="7030276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233024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7331178" y="7059436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3864638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3024" y="1399007"/>
            <a:ext cx="1480812" cy="1974416"/>
          </a:xfrm>
          <a:custGeom>
            <a:avLst/>
            <a:gdLst/>
            <a:ahLst/>
            <a:cxnLst/>
            <a:rect r="r" b="b" t="t" l="l"/>
            <a:pathLst>
              <a:path h="1974416" w="1480812">
                <a:moveTo>
                  <a:pt x="0" y="0"/>
                </a:moveTo>
                <a:lnTo>
                  <a:pt x="1480812" y="0"/>
                </a:lnTo>
                <a:lnTo>
                  <a:pt x="1480812" y="1974416"/>
                </a:lnTo>
                <a:lnTo>
                  <a:pt x="0" y="1974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3024" y="5452175"/>
            <a:ext cx="1804755" cy="1353566"/>
          </a:xfrm>
          <a:custGeom>
            <a:avLst/>
            <a:gdLst/>
            <a:ahLst/>
            <a:cxnLst/>
            <a:rect r="r" b="b" t="t" l="l"/>
            <a:pathLst>
              <a:path h="1353566" w="1804755">
                <a:moveTo>
                  <a:pt x="0" y="0"/>
                </a:moveTo>
                <a:lnTo>
                  <a:pt x="1804755" y="0"/>
                </a:lnTo>
                <a:lnTo>
                  <a:pt x="1804755" y="1353566"/>
                </a:lnTo>
                <a:lnTo>
                  <a:pt x="0" y="1353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817038" y="1399007"/>
            <a:ext cx="1472618" cy="1974416"/>
            <a:chOff x="0" y="0"/>
            <a:chExt cx="812800" cy="1089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89764"/>
            </a:xfrm>
            <a:custGeom>
              <a:avLst/>
              <a:gdLst/>
              <a:ahLst/>
              <a:cxnLst/>
              <a:rect r="r" b="b" t="t" l="l"/>
              <a:pathLst>
                <a:path h="1089764" w="812800">
                  <a:moveTo>
                    <a:pt x="26286" y="0"/>
                  </a:moveTo>
                  <a:lnTo>
                    <a:pt x="786514" y="0"/>
                  </a:lnTo>
                  <a:cubicBezTo>
                    <a:pt x="801031" y="0"/>
                    <a:pt x="812800" y="11769"/>
                    <a:pt x="812800" y="26286"/>
                  </a:cubicBezTo>
                  <a:lnTo>
                    <a:pt x="812800" y="1063478"/>
                  </a:lnTo>
                  <a:cubicBezTo>
                    <a:pt x="812800" y="1077995"/>
                    <a:pt x="801031" y="1089764"/>
                    <a:pt x="786514" y="1089764"/>
                  </a:cubicBezTo>
                  <a:lnTo>
                    <a:pt x="26286" y="1089764"/>
                  </a:lnTo>
                  <a:cubicBezTo>
                    <a:pt x="11769" y="1089764"/>
                    <a:pt x="0" y="1077995"/>
                    <a:pt x="0" y="1063478"/>
                  </a:cubicBezTo>
                  <a:lnTo>
                    <a:pt x="0" y="26286"/>
                  </a:lnTo>
                  <a:cubicBezTo>
                    <a:pt x="0" y="11769"/>
                    <a:pt x="11769" y="0"/>
                    <a:pt x="26286" y="0"/>
                  </a:cubicBezTo>
                  <a:close/>
                </a:path>
              </a:pathLst>
            </a:custGeom>
            <a:blipFill>
              <a:blip r:embed="rId4"/>
              <a:stretch>
                <a:fillRect l="-4733" t="-3892" r="-3442" b="-381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66535" y="5452175"/>
            <a:ext cx="1123121" cy="1353566"/>
            <a:chOff x="0" y="0"/>
            <a:chExt cx="812800" cy="979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79572"/>
            </a:xfrm>
            <a:custGeom>
              <a:avLst/>
              <a:gdLst/>
              <a:ahLst/>
              <a:cxnLst/>
              <a:rect r="r" b="b" t="t" l="l"/>
              <a:pathLst>
                <a:path h="979572" w="812800">
                  <a:moveTo>
                    <a:pt x="34466" y="0"/>
                  </a:moveTo>
                  <a:lnTo>
                    <a:pt x="778334" y="0"/>
                  </a:lnTo>
                  <a:cubicBezTo>
                    <a:pt x="787475" y="0"/>
                    <a:pt x="796241" y="3631"/>
                    <a:pt x="802705" y="10095"/>
                  </a:cubicBezTo>
                  <a:cubicBezTo>
                    <a:pt x="809169" y="16559"/>
                    <a:pt x="812800" y="25325"/>
                    <a:pt x="812800" y="34466"/>
                  </a:cubicBezTo>
                  <a:lnTo>
                    <a:pt x="812800" y="945106"/>
                  </a:lnTo>
                  <a:cubicBezTo>
                    <a:pt x="812800" y="954247"/>
                    <a:pt x="809169" y="963014"/>
                    <a:pt x="802705" y="969477"/>
                  </a:cubicBezTo>
                  <a:cubicBezTo>
                    <a:pt x="796241" y="975941"/>
                    <a:pt x="787475" y="979572"/>
                    <a:pt x="778334" y="979572"/>
                  </a:cubicBezTo>
                  <a:lnTo>
                    <a:pt x="34466" y="979572"/>
                  </a:lnTo>
                  <a:cubicBezTo>
                    <a:pt x="25325" y="979572"/>
                    <a:pt x="16559" y="975941"/>
                    <a:pt x="10095" y="969477"/>
                  </a:cubicBezTo>
                  <a:cubicBezTo>
                    <a:pt x="3631" y="963014"/>
                    <a:pt x="0" y="954247"/>
                    <a:pt x="0" y="945106"/>
                  </a:cubicBezTo>
                  <a:lnTo>
                    <a:pt x="0" y="34466"/>
                  </a:lnTo>
                  <a:cubicBezTo>
                    <a:pt x="0" y="25325"/>
                    <a:pt x="3631" y="16559"/>
                    <a:pt x="10095" y="10095"/>
                  </a:cubicBezTo>
                  <a:cubicBezTo>
                    <a:pt x="16559" y="3631"/>
                    <a:pt x="25325" y="0"/>
                    <a:pt x="344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967" r="0" b="-5799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64870" y="2585983"/>
            <a:ext cx="1650735" cy="2057492"/>
            <a:chOff x="0" y="0"/>
            <a:chExt cx="347992" cy="433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992" cy="433740"/>
            </a:xfrm>
            <a:custGeom>
              <a:avLst/>
              <a:gdLst/>
              <a:ahLst/>
              <a:cxnLst/>
              <a:rect r="r" b="b" t="t" l="l"/>
              <a:pathLst>
                <a:path h="433740" w="347992">
                  <a:moveTo>
                    <a:pt x="23450" y="0"/>
                  </a:moveTo>
                  <a:lnTo>
                    <a:pt x="324542" y="0"/>
                  </a:lnTo>
                  <a:cubicBezTo>
                    <a:pt x="330761" y="0"/>
                    <a:pt x="336726" y="2471"/>
                    <a:pt x="341124" y="6868"/>
                  </a:cubicBezTo>
                  <a:cubicBezTo>
                    <a:pt x="345521" y="11266"/>
                    <a:pt x="347992" y="17231"/>
                    <a:pt x="347992" y="23450"/>
                  </a:cubicBezTo>
                  <a:lnTo>
                    <a:pt x="347992" y="410290"/>
                  </a:lnTo>
                  <a:cubicBezTo>
                    <a:pt x="347992" y="423241"/>
                    <a:pt x="337493" y="433740"/>
                    <a:pt x="324542" y="433740"/>
                  </a:cubicBezTo>
                  <a:lnTo>
                    <a:pt x="23450" y="433740"/>
                  </a:lnTo>
                  <a:cubicBezTo>
                    <a:pt x="10499" y="433740"/>
                    <a:pt x="0" y="423241"/>
                    <a:pt x="0" y="410290"/>
                  </a:cubicBezTo>
                  <a:lnTo>
                    <a:pt x="0" y="23450"/>
                  </a:lnTo>
                  <a:cubicBezTo>
                    <a:pt x="0" y="10499"/>
                    <a:pt x="10499" y="0"/>
                    <a:pt x="2345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559" r="0" b="0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865152" y="4805711"/>
            <a:ext cx="3056400" cy="2057492"/>
            <a:chOff x="0" y="0"/>
            <a:chExt cx="644320" cy="433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140" r="0" b="-827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331409" y="1399007"/>
            <a:ext cx="3056400" cy="2057492"/>
            <a:chOff x="0" y="0"/>
            <a:chExt cx="644320" cy="433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8"/>
              <a:stretch>
                <a:fillRect l="-2000" t="-8279" r="-1006" b="-648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31409" y="3614729"/>
            <a:ext cx="3056400" cy="2057492"/>
            <a:chOff x="0" y="0"/>
            <a:chExt cx="644320" cy="433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9"/>
              <a:stretch>
                <a:fillRect l="-3843" t="-8948" r="-2761" b="-982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607747" y="2586294"/>
            <a:ext cx="1313524" cy="2057492"/>
            <a:chOff x="0" y="0"/>
            <a:chExt cx="812800" cy="1273163"/>
          </a:xfrm>
        </p:grpSpPr>
        <p:sp>
          <p:nvSpPr>
            <p:cNvPr name="Freeform 21" id="21"/>
            <p:cNvSpPr/>
            <p:nvPr/>
          </p:nvSpPr>
          <p:spPr>
            <a:xfrm flipH="false" flipV="false" rot="-5464908">
              <a:off x="-237332" y="218644"/>
              <a:ext cx="1287464" cy="835875"/>
            </a:xfrm>
            <a:custGeom>
              <a:avLst/>
              <a:gdLst/>
              <a:ahLst/>
              <a:cxnLst/>
              <a:rect r="r" b="b" t="t" l="l"/>
              <a:pathLst>
                <a:path h="835875" w="1287464">
                  <a:moveTo>
                    <a:pt x="1287316" y="53093"/>
                  </a:moveTo>
                  <a:lnTo>
                    <a:pt x="1273083" y="806819"/>
                  </a:lnTo>
                  <a:cubicBezTo>
                    <a:pt x="1272936" y="814633"/>
                    <a:pt x="1269690" y="822069"/>
                    <a:pt x="1264060" y="827491"/>
                  </a:cubicBezTo>
                  <a:cubicBezTo>
                    <a:pt x="1258430" y="832912"/>
                    <a:pt x="1250877" y="835875"/>
                    <a:pt x="1243062" y="835727"/>
                  </a:cubicBezTo>
                  <a:lnTo>
                    <a:pt x="29056" y="812803"/>
                  </a:lnTo>
                  <a:cubicBezTo>
                    <a:pt x="21241" y="812655"/>
                    <a:pt x="13806" y="809409"/>
                    <a:pt x="8384" y="803779"/>
                  </a:cubicBezTo>
                  <a:cubicBezTo>
                    <a:pt x="2963" y="798149"/>
                    <a:pt x="0" y="790596"/>
                    <a:pt x="148" y="782781"/>
                  </a:cubicBezTo>
                  <a:lnTo>
                    <a:pt x="14381" y="29056"/>
                  </a:lnTo>
                  <a:cubicBezTo>
                    <a:pt x="14528" y="21241"/>
                    <a:pt x="17774" y="13805"/>
                    <a:pt x="23404" y="8384"/>
                  </a:cubicBezTo>
                  <a:cubicBezTo>
                    <a:pt x="29034" y="2963"/>
                    <a:pt x="36587" y="0"/>
                    <a:pt x="44402" y="147"/>
                  </a:cubicBezTo>
                  <a:lnTo>
                    <a:pt x="1258408" y="23072"/>
                  </a:lnTo>
                  <a:cubicBezTo>
                    <a:pt x="1266223" y="23220"/>
                    <a:pt x="1273658" y="26466"/>
                    <a:pt x="1279080" y="32096"/>
                  </a:cubicBezTo>
                  <a:cubicBezTo>
                    <a:pt x="1284501" y="37726"/>
                    <a:pt x="1287464" y="45279"/>
                    <a:pt x="1287316" y="53093"/>
                  </a:cubicBezTo>
                  <a:close/>
                </a:path>
              </a:pathLst>
            </a:custGeom>
            <a:blipFill>
              <a:blip r:embed="rId10"/>
              <a:stretch>
                <a:fillRect l="-42" t="-63591" r="-42" b="-42226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5600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Manuela Schenk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6539" y="7172199"/>
            <a:ext cx="2405908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manufaktur-malerei@web.de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4066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+49 163 2662435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31409" y="6025625"/>
            <a:ext cx="3056400" cy="780116"/>
            <a:chOff x="0" y="0"/>
            <a:chExt cx="4075200" cy="104015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506332"/>
              <a:ext cx="4075200" cy="53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Auch besondere Landschaften und Orte faszinieren mich. Wenn Du auch solche Lieblingsorte hast, kann ich sie Dir auf Leinwand zaubern.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4075200" cy="4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Lieblingsort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64870" y="1399007"/>
            <a:ext cx="3056400" cy="978025"/>
            <a:chOff x="0" y="0"/>
            <a:chExt cx="4075200" cy="130403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950832"/>
              <a:ext cx="4075200" cy="353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Neben Hunden male ich auch andere tierische Familienmitglieder, z.B. Papageien.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4075200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Weitere tierische Freunde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3024" y="3525885"/>
            <a:ext cx="3222271" cy="1926290"/>
            <a:chOff x="0" y="0"/>
            <a:chExt cx="4296362" cy="2568387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950832"/>
              <a:ext cx="4296362" cy="1617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Du hast Dir schon immer mal ein einzigartiges Portrait Deines treuen Begleiters gewünscht?</a:t>
              </a:r>
            </a:p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Dann bist Du hier richtig! Ich habe schon so einige Vierbeiner malen dürfen - vom weißen Maltheser bis zum schwarzen Labrador, ob kurz- oder langhaarig. Jeder Hund ist ein ganz besonderes Motiv, und ich freue mich, auch Deinen Liebling in liebevollen Details auf Leinwand zu verewigen.</a:t>
              </a:r>
            </a:p>
            <a:p>
              <a:pPr algn="l">
                <a:lnSpc>
                  <a:spcPts val="111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38100"/>
              <a:ext cx="4296362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vierbeiniger Liebling auf Leinwand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1714" y="55562"/>
            <a:ext cx="3632128" cy="1400875"/>
            <a:chOff x="0" y="0"/>
            <a:chExt cx="4842838" cy="1867834"/>
          </a:xfrm>
        </p:grpSpPr>
        <p:sp>
          <p:nvSpPr>
            <p:cNvPr name="Freeform 35" id="35"/>
            <p:cNvSpPr/>
            <p:nvPr/>
          </p:nvSpPr>
          <p:spPr>
            <a:xfrm flipH="false" flipV="false" rot="-677456">
              <a:off x="186401" y="158934"/>
              <a:ext cx="1776724" cy="1549965"/>
            </a:xfrm>
            <a:custGeom>
              <a:avLst/>
              <a:gdLst/>
              <a:ahLst/>
              <a:cxnLst/>
              <a:rect r="r" b="b" t="t" l="l"/>
              <a:pathLst>
                <a:path h="1549965" w="1776724">
                  <a:moveTo>
                    <a:pt x="0" y="0"/>
                  </a:moveTo>
                  <a:lnTo>
                    <a:pt x="1776724" y="0"/>
                  </a:lnTo>
                  <a:lnTo>
                    <a:pt x="1776724" y="1549966"/>
                  </a:lnTo>
                  <a:lnTo>
                    <a:pt x="0" y="154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538" t="-10640" r="0" b="-13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242913"/>
              <a:ext cx="2061549" cy="888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01"/>
                </a:lnSpc>
                <a:spcBef>
                  <a:spcPct val="0"/>
                </a:spcBef>
              </a:pPr>
              <a:r>
                <a:rPr lang="en-US" sz="4075" spc="391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939764" y="359968"/>
              <a:ext cx="2903073" cy="67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13"/>
                </a:lnSpc>
                <a:spcBef>
                  <a:spcPct val="0"/>
                </a:spcBef>
              </a:pPr>
              <a:r>
                <a:rPr lang="en-US" sz="3121" spc="739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90044" y="1084331"/>
              <a:ext cx="2947026" cy="273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38"/>
                </a:lnSpc>
                <a:spcBef>
                  <a:spcPct val="0"/>
                </a:spcBef>
              </a:pPr>
              <a:r>
                <a:rPr lang="en-US" sz="1213" spc="287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64638" y="638235"/>
            <a:ext cx="7030276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233024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7331178" y="7059436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3864638" y="7049251"/>
            <a:ext cx="3056632" cy="0"/>
          </a:xfrm>
          <a:prstGeom prst="line">
            <a:avLst/>
          </a:prstGeom>
          <a:ln cap="flat" w="47625">
            <a:solidFill>
              <a:srgbClr val="4845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3024" y="1399007"/>
            <a:ext cx="1480812" cy="1974416"/>
          </a:xfrm>
          <a:custGeom>
            <a:avLst/>
            <a:gdLst/>
            <a:ahLst/>
            <a:cxnLst/>
            <a:rect r="r" b="b" t="t" l="l"/>
            <a:pathLst>
              <a:path h="1974416" w="1480812">
                <a:moveTo>
                  <a:pt x="0" y="0"/>
                </a:moveTo>
                <a:lnTo>
                  <a:pt x="1480812" y="0"/>
                </a:lnTo>
                <a:lnTo>
                  <a:pt x="1480812" y="1974416"/>
                </a:lnTo>
                <a:lnTo>
                  <a:pt x="0" y="1974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3024" y="5452175"/>
            <a:ext cx="1804755" cy="1353566"/>
          </a:xfrm>
          <a:custGeom>
            <a:avLst/>
            <a:gdLst/>
            <a:ahLst/>
            <a:cxnLst/>
            <a:rect r="r" b="b" t="t" l="l"/>
            <a:pathLst>
              <a:path h="1353566" w="1804755">
                <a:moveTo>
                  <a:pt x="0" y="0"/>
                </a:moveTo>
                <a:lnTo>
                  <a:pt x="1804755" y="0"/>
                </a:lnTo>
                <a:lnTo>
                  <a:pt x="1804755" y="1353566"/>
                </a:lnTo>
                <a:lnTo>
                  <a:pt x="0" y="1353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4762" cap="sq">
            <a:solidFill>
              <a:srgbClr val="48454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817038" y="1399007"/>
            <a:ext cx="1472618" cy="1974416"/>
            <a:chOff x="0" y="0"/>
            <a:chExt cx="812800" cy="1089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89764"/>
            </a:xfrm>
            <a:custGeom>
              <a:avLst/>
              <a:gdLst/>
              <a:ahLst/>
              <a:cxnLst/>
              <a:rect r="r" b="b" t="t" l="l"/>
              <a:pathLst>
                <a:path h="1089764" w="812800">
                  <a:moveTo>
                    <a:pt x="26286" y="0"/>
                  </a:moveTo>
                  <a:lnTo>
                    <a:pt x="786514" y="0"/>
                  </a:lnTo>
                  <a:cubicBezTo>
                    <a:pt x="801031" y="0"/>
                    <a:pt x="812800" y="11769"/>
                    <a:pt x="812800" y="26286"/>
                  </a:cubicBezTo>
                  <a:lnTo>
                    <a:pt x="812800" y="1063478"/>
                  </a:lnTo>
                  <a:cubicBezTo>
                    <a:pt x="812800" y="1077995"/>
                    <a:pt x="801031" y="1089764"/>
                    <a:pt x="786514" y="1089764"/>
                  </a:cubicBezTo>
                  <a:lnTo>
                    <a:pt x="26286" y="1089764"/>
                  </a:lnTo>
                  <a:cubicBezTo>
                    <a:pt x="11769" y="1089764"/>
                    <a:pt x="0" y="1077995"/>
                    <a:pt x="0" y="1063478"/>
                  </a:cubicBezTo>
                  <a:lnTo>
                    <a:pt x="0" y="26286"/>
                  </a:lnTo>
                  <a:cubicBezTo>
                    <a:pt x="0" y="11769"/>
                    <a:pt x="11769" y="0"/>
                    <a:pt x="26286" y="0"/>
                  </a:cubicBezTo>
                  <a:close/>
                </a:path>
              </a:pathLst>
            </a:custGeom>
            <a:blipFill>
              <a:blip r:embed="rId4"/>
              <a:stretch>
                <a:fillRect l="-4733" t="-3892" r="-3442" b="-3815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66535" y="5452175"/>
            <a:ext cx="1123121" cy="1353566"/>
            <a:chOff x="0" y="0"/>
            <a:chExt cx="812800" cy="979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79572"/>
            </a:xfrm>
            <a:custGeom>
              <a:avLst/>
              <a:gdLst/>
              <a:ahLst/>
              <a:cxnLst/>
              <a:rect r="r" b="b" t="t" l="l"/>
              <a:pathLst>
                <a:path h="979572" w="812800">
                  <a:moveTo>
                    <a:pt x="34466" y="0"/>
                  </a:moveTo>
                  <a:lnTo>
                    <a:pt x="778334" y="0"/>
                  </a:lnTo>
                  <a:cubicBezTo>
                    <a:pt x="787475" y="0"/>
                    <a:pt x="796241" y="3631"/>
                    <a:pt x="802705" y="10095"/>
                  </a:cubicBezTo>
                  <a:cubicBezTo>
                    <a:pt x="809169" y="16559"/>
                    <a:pt x="812800" y="25325"/>
                    <a:pt x="812800" y="34466"/>
                  </a:cubicBezTo>
                  <a:lnTo>
                    <a:pt x="812800" y="945106"/>
                  </a:lnTo>
                  <a:cubicBezTo>
                    <a:pt x="812800" y="954247"/>
                    <a:pt x="809169" y="963014"/>
                    <a:pt x="802705" y="969477"/>
                  </a:cubicBezTo>
                  <a:cubicBezTo>
                    <a:pt x="796241" y="975941"/>
                    <a:pt x="787475" y="979572"/>
                    <a:pt x="778334" y="979572"/>
                  </a:cubicBezTo>
                  <a:lnTo>
                    <a:pt x="34466" y="979572"/>
                  </a:lnTo>
                  <a:cubicBezTo>
                    <a:pt x="25325" y="979572"/>
                    <a:pt x="16559" y="975941"/>
                    <a:pt x="10095" y="969477"/>
                  </a:cubicBezTo>
                  <a:cubicBezTo>
                    <a:pt x="3631" y="963014"/>
                    <a:pt x="0" y="954247"/>
                    <a:pt x="0" y="945106"/>
                  </a:cubicBezTo>
                  <a:lnTo>
                    <a:pt x="0" y="34466"/>
                  </a:lnTo>
                  <a:cubicBezTo>
                    <a:pt x="0" y="25325"/>
                    <a:pt x="3631" y="16559"/>
                    <a:pt x="10095" y="10095"/>
                  </a:cubicBezTo>
                  <a:cubicBezTo>
                    <a:pt x="16559" y="3631"/>
                    <a:pt x="25325" y="0"/>
                    <a:pt x="344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967" r="0" b="-5799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64870" y="2585983"/>
            <a:ext cx="1650735" cy="2057492"/>
            <a:chOff x="0" y="0"/>
            <a:chExt cx="347992" cy="433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992" cy="433740"/>
            </a:xfrm>
            <a:custGeom>
              <a:avLst/>
              <a:gdLst/>
              <a:ahLst/>
              <a:cxnLst/>
              <a:rect r="r" b="b" t="t" l="l"/>
              <a:pathLst>
                <a:path h="433740" w="347992">
                  <a:moveTo>
                    <a:pt x="23450" y="0"/>
                  </a:moveTo>
                  <a:lnTo>
                    <a:pt x="324542" y="0"/>
                  </a:lnTo>
                  <a:cubicBezTo>
                    <a:pt x="330761" y="0"/>
                    <a:pt x="336726" y="2471"/>
                    <a:pt x="341124" y="6868"/>
                  </a:cubicBezTo>
                  <a:cubicBezTo>
                    <a:pt x="345521" y="11266"/>
                    <a:pt x="347992" y="17231"/>
                    <a:pt x="347992" y="23450"/>
                  </a:cubicBezTo>
                  <a:lnTo>
                    <a:pt x="347992" y="410290"/>
                  </a:lnTo>
                  <a:cubicBezTo>
                    <a:pt x="347992" y="423241"/>
                    <a:pt x="337493" y="433740"/>
                    <a:pt x="324542" y="433740"/>
                  </a:cubicBezTo>
                  <a:lnTo>
                    <a:pt x="23450" y="433740"/>
                  </a:lnTo>
                  <a:cubicBezTo>
                    <a:pt x="10499" y="433740"/>
                    <a:pt x="0" y="423241"/>
                    <a:pt x="0" y="410290"/>
                  </a:cubicBezTo>
                  <a:lnTo>
                    <a:pt x="0" y="23450"/>
                  </a:lnTo>
                  <a:cubicBezTo>
                    <a:pt x="0" y="10499"/>
                    <a:pt x="10499" y="0"/>
                    <a:pt x="2345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559" r="0" b="0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865152" y="4805711"/>
            <a:ext cx="3056400" cy="2057492"/>
            <a:chOff x="0" y="0"/>
            <a:chExt cx="644320" cy="433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140" r="0" b="-827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331409" y="1399007"/>
            <a:ext cx="3056400" cy="2057492"/>
            <a:chOff x="0" y="0"/>
            <a:chExt cx="644320" cy="433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8"/>
              <a:stretch>
                <a:fillRect l="-2000" t="-8279" r="-1006" b="-648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31409" y="3614729"/>
            <a:ext cx="3056400" cy="2057492"/>
            <a:chOff x="0" y="0"/>
            <a:chExt cx="644320" cy="433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4320" cy="433740"/>
            </a:xfrm>
            <a:custGeom>
              <a:avLst/>
              <a:gdLst/>
              <a:ahLst/>
              <a:cxnLst/>
              <a:rect r="r" b="b" t="t" l="l"/>
              <a:pathLst>
                <a:path h="433740" w="644320">
                  <a:moveTo>
                    <a:pt x="12665" y="0"/>
                  </a:moveTo>
                  <a:lnTo>
                    <a:pt x="631655" y="0"/>
                  </a:lnTo>
                  <a:cubicBezTo>
                    <a:pt x="635014" y="0"/>
                    <a:pt x="638236" y="1334"/>
                    <a:pt x="640611" y="3710"/>
                  </a:cubicBezTo>
                  <a:cubicBezTo>
                    <a:pt x="642986" y="6085"/>
                    <a:pt x="644320" y="9306"/>
                    <a:pt x="644320" y="12665"/>
                  </a:cubicBezTo>
                  <a:lnTo>
                    <a:pt x="644320" y="421075"/>
                  </a:lnTo>
                  <a:cubicBezTo>
                    <a:pt x="644320" y="428070"/>
                    <a:pt x="638650" y="433740"/>
                    <a:pt x="631655" y="433740"/>
                  </a:cubicBezTo>
                  <a:lnTo>
                    <a:pt x="12665" y="433740"/>
                  </a:lnTo>
                  <a:cubicBezTo>
                    <a:pt x="5670" y="433740"/>
                    <a:pt x="0" y="428070"/>
                    <a:pt x="0" y="421075"/>
                  </a:cubicBezTo>
                  <a:lnTo>
                    <a:pt x="0" y="12665"/>
                  </a:lnTo>
                  <a:cubicBezTo>
                    <a:pt x="0" y="5670"/>
                    <a:pt x="5670" y="0"/>
                    <a:pt x="12665" y="0"/>
                  </a:cubicBezTo>
                  <a:close/>
                </a:path>
              </a:pathLst>
            </a:custGeom>
            <a:blipFill>
              <a:blip r:embed="rId9"/>
              <a:stretch>
                <a:fillRect l="-3843" t="-8948" r="-2761" b="-9822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607747" y="2586294"/>
            <a:ext cx="1313524" cy="2057492"/>
            <a:chOff x="0" y="0"/>
            <a:chExt cx="812800" cy="1273163"/>
          </a:xfrm>
        </p:grpSpPr>
        <p:sp>
          <p:nvSpPr>
            <p:cNvPr name="Freeform 21" id="21"/>
            <p:cNvSpPr/>
            <p:nvPr/>
          </p:nvSpPr>
          <p:spPr>
            <a:xfrm flipH="false" flipV="false" rot="-5464908">
              <a:off x="-237332" y="218644"/>
              <a:ext cx="1287464" cy="835875"/>
            </a:xfrm>
            <a:custGeom>
              <a:avLst/>
              <a:gdLst/>
              <a:ahLst/>
              <a:cxnLst/>
              <a:rect r="r" b="b" t="t" l="l"/>
              <a:pathLst>
                <a:path h="835875" w="1287464">
                  <a:moveTo>
                    <a:pt x="1287316" y="53093"/>
                  </a:moveTo>
                  <a:lnTo>
                    <a:pt x="1273083" y="806819"/>
                  </a:lnTo>
                  <a:cubicBezTo>
                    <a:pt x="1272936" y="814633"/>
                    <a:pt x="1269690" y="822069"/>
                    <a:pt x="1264060" y="827491"/>
                  </a:cubicBezTo>
                  <a:cubicBezTo>
                    <a:pt x="1258430" y="832912"/>
                    <a:pt x="1250877" y="835875"/>
                    <a:pt x="1243062" y="835727"/>
                  </a:cubicBezTo>
                  <a:lnTo>
                    <a:pt x="29056" y="812803"/>
                  </a:lnTo>
                  <a:cubicBezTo>
                    <a:pt x="21241" y="812655"/>
                    <a:pt x="13806" y="809409"/>
                    <a:pt x="8384" y="803779"/>
                  </a:cubicBezTo>
                  <a:cubicBezTo>
                    <a:pt x="2963" y="798149"/>
                    <a:pt x="0" y="790596"/>
                    <a:pt x="148" y="782781"/>
                  </a:cubicBezTo>
                  <a:lnTo>
                    <a:pt x="14381" y="29056"/>
                  </a:lnTo>
                  <a:cubicBezTo>
                    <a:pt x="14528" y="21241"/>
                    <a:pt x="17774" y="13805"/>
                    <a:pt x="23404" y="8384"/>
                  </a:cubicBezTo>
                  <a:cubicBezTo>
                    <a:pt x="29034" y="2963"/>
                    <a:pt x="36587" y="0"/>
                    <a:pt x="44402" y="147"/>
                  </a:cubicBezTo>
                  <a:lnTo>
                    <a:pt x="1258408" y="23072"/>
                  </a:lnTo>
                  <a:cubicBezTo>
                    <a:pt x="1266223" y="23220"/>
                    <a:pt x="1273658" y="26466"/>
                    <a:pt x="1279080" y="32096"/>
                  </a:cubicBezTo>
                  <a:cubicBezTo>
                    <a:pt x="1284501" y="37726"/>
                    <a:pt x="1287464" y="45279"/>
                    <a:pt x="1287316" y="53093"/>
                  </a:cubicBezTo>
                  <a:close/>
                </a:path>
              </a:pathLst>
            </a:custGeom>
            <a:blipFill>
              <a:blip r:embed="rId10"/>
              <a:stretch>
                <a:fillRect l="-42" t="-63591" r="-42" b="-42226"/>
              </a:stretch>
            </a:blipFill>
            <a:ln w="4762" cap="sq">
              <a:solidFill>
                <a:srgbClr val="48454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5600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Manuela Schenk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6539" y="7172199"/>
            <a:ext cx="2405908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manufaktur-malerei@web.de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40660" y="7162014"/>
            <a:ext cx="2010680" cy="1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"/>
              </a:lnSpc>
              <a:spcBef>
                <a:spcPct val="0"/>
              </a:spcBef>
            </a:pPr>
            <a:r>
              <a:rPr lang="en-US" b="true" sz="900" spc="213">
                <a:solidFill>
                  <a:srgbClr val="484540"/>
                </a:solidFill>
                <a:latin typeface="Now Medium"/>
                <a:ea typeface="Now Medium"/>
                <a:cs typeface="Now Medium"/>
                <a:sym typeface="Now Medium"/>
              </a:rPr>
              <a:t>+49 163 2662435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31409" y="6025625"/>
            <a:ext cx="3056400" cy="780116"/>
            <a:chOff x="0" y="0"/>
            <a:chExt cx="4075200" cy="104015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506332"/>
              <a:ext cx="4075200" cy="533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Auch besondere Landschaften und Orte faszinieren mich. Wenn Du auch solche Lieblingsorte hast, kann ich sie Dir auf Leinwand zaubern.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4075200" cy="4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Lieblingsort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64870" y="1399007"/>
            <a:ext cx="3056400" cy="978025"/>
            <a:chOff x="0" y="0"/>
            <a:chExt cx="4075200" cy="130403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950832"/>
              <a:ext cx="4075200" cy="353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Neben Hunden male ich auch andere tierische Familienmitglieder, z.B. Papageien.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4075200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Weitere tierische Freunde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3024" y="3525885"/>
            <a:ext cx="3222271" cy="1926290"/>
            <a:chOff x="0" y="0"/>
            <a:chExt cx="4296362" cy="2568387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950832"/>
              <a:ext cx="4296362" cy="1617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Du hast Dir schon immer mal ein einzigartiges Portrait Deines treuen Begleiters gewünscht?</a:t>
              </a:r>
            </a:p>
            <a:p>
              <a:pPr algn="l">
                <a:lnSpc>
                  <a:spcPts val="1119"/>
                </a:lnSpc>
              </a:pPr>
              <a:r>
                <a:rPr lang="en-US" sz="799" spc="39">
                  <a:solidFill>
                    <a:srgbClr val="484540"/>
                  </a:solidFill>
                  <a:latin typeface="Now Light"/>
                  <a:ea typeface="Now Light"/>
                  <a:cs typeface="Now Light"/>
                  <a:sym typeface="Now Light"/>
                </a:rPr>
                <a:t>Dann bist Du hier richtig! Ich habe schon so einige Vierbeiner malen dürfen - vom weißen Maltheser bis zum schwarzen Labrador, ob kurz- oder langhaarig. Jeder Hund ist ein ganz besonderes Motiv, und ich freue mich, auch Deinen Liebling in liebevollen Details auf Leinwand zu verewigen.</a:t>
              </a:r>
            </a:p>
            <a:p>
              <a:pPr algn="l">
                <a:lnSpc>
                  <a:spcPts val="111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38100"/>
              <a:ext cx="4296362" cy="876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1982" spc="164" b="true">
                  <a:solidFill>
                    <a:srgbClr val="484540"/>
                  </a:solidFill>
                  <a:latin typeface="Now Medium"/>
                  <a:ea typeface="Now Medium"/>
                  <a:cs typeface="Now Medium"/>
                  <a:sym typeface="Now Medium"/>
                </a:rPr>
                <a:t>Dein vierbeiniger Liebling auf Leinwand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1714" y="55562"/>
            <a:ext cx="3632128" cy="1400875"/>
            <a:chOff x="0" y="0"/>
            <a:chExt cx="4842838" cy="1867834"/>
          </a:xfrm>
        </p:grpSpPr>
        <p:sp>
          <p:nvSpPr>
            <p:cNvPr name="Freeform 35" id="35"/>
            <p:cNvSpPr/>
            <p:nvPr/>
          </p:nvSpPr>
          <p:spPr>
            <a:xfrm flipH="false" flipV="false" rot="-677456">
              <a:off x="186401" y="158934"/>
              <a:ext cx="1776724" cy="1549965"/>
            </a:xfrm>
            <a:custGeom>
              <a:avLst/>
              <a:gdLst/>
              <a:ahLst/>
              <a:cxnLst/>
              <a:rect r="r" b="b" t="t" l="l"/>
              <a:pathLst>
                <a:path h="1549965" w="1776724">
                  <a:moveTo>
                    <a:pt x="0" y="0"/>
                  </a:moveTo>
                  <a:lnTo>
                    <a:pt x="1776724" y="0"/>
                  </a:lnTo>
                  <a:lnTo>
                    <a:pt x="1776724" y="1549966"/>
                  </a:lnTo>
                  <a:lnTo>
                    <a:pt x="0" y="154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538" t="-10640" r="0" b="-13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242913"/>
              <a:ext cx="2061549" cy="888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01"/>
                </a:lnSpc>
                <a:spcBef>
                  <a:spcPct val="0"/>
                </a:spcBef>
              </a:pPr>
              <a:r>
                <a:rPr lang="en-US" sz="4075" spc="391">
                  <a:solidFill>
                    <a:srgbClr val="004AAD"/>
                  </a:solidFill>
                  <a:latin typeface="Great Vibes"/>
                  <a:ea typeface="Great Vibes"/>
                  <a:cs typeface="Great Vibes"/>
                  <a:sym typeface="Great Vibes"/>
                </a:rPr>
                <a:t>Manu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939764" y="359968"/>
              <a:ext cx="2903073" cy="673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13"/>
                </a:lnSpc>
                <a:spcBef>
                  <a:spcPct val="0"/>
                </a:spcBef>
              </a:pPr>
              <a:r>
                <a:rPr lang="en-US" sz="3121" spc="739">
                  <a:solidFill>
                    <a:srgbClr val="004AAD"/>
                  </a:solidFill>
                  <a:latin typeface="Cheque Bold"/>
                  <a:ea typeface="Cheque Bold"/>
                  <a:cs typeface="Cheque Bold"/>
                  <a:sym typeface="Cheque Bold"/>
                </a:rPr>
                <a:t>FAKTUR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90044" y="1084331"/>
              <a:ext cx="2947026" cy="273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38"/>
                </a:lnSpc>
                <a:spcBef>
                  <a:spcPct val="0"/>
                </a:spcBef>
              </a:pPr>
              <a:r>
                <a:rPr lang="en-US" sz="1213" spc="287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Manuela Schenk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DAGbouiWhOw</dc:identifier>
  <dcterms:modified xsi:type="dcterms:W3CDTF">2011-08-01T06:04:30Z</dcterms:modified>
  <cp:revision>1</cp:revision>
  <dc:title>Flyer Manu DIGITAL</dc:title>
</cp:coreProperties>
</file>